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63" r:id="rId2"/>
    <p:sldId id="264" r:id="rId3"/>
    <p:sldId id="266" r:id="rId4"/>
    <p:sldId id="267" r:id="rId5"/>
    <p:sldId id="268" r:id="rId6"/>
    <p:sldId id="269" r:id="rId7"/>
    <p:sldId id="271" r:id="rId8"/>
    <p:sldId id="275" r:id="rId9"/>
    <p:sldId id="272" r:id="rId10"/>
    <p:sldId id="301" r:id="rId11"/>
    <p:sldId id="310" r:id="rId12"/>
    <p:sldId id="278" r:id="rId13"/>
    <p:sldId id="273" r:id="rId14"/>
    <p:sldId id="270" r:id="rId15"/>
    <p:sldId id="331" r:id="rId16"/>
    <p:sldId id="300" r:id="rId17"/>
    <p:sldId id="274" r:id="rId18"/>
    <p:sldId id="276" r:id="rId19"/>
    <p:sldId id="289" r:id="rId20"/>
    <p:sldId id="285" r:id="rId21"/>
    <p:sldId id="320" r:id="rId22"/>
    <p:sldId id="287" r:id="rId23"/>
    <p:sldId id="304" r:id="rId24"/>
    <p:sldId id="305" r:id="rId25"/>
    <p:sldId id="307" r:id="rId26"/>
    <p:sldId id="306" r:id="rId27"/>
    <p:sldId id="311" r:id="rId28"/>
    <p:sldId id="312" r:id="rId29"/>
    <p:sldId id="313" r:id="rId30"/>
    <p:sldId id="328" r:id="rId31"/>
    <p:sldId id="329" r:id="rId32"/>
    <p:sldId id="308" r:id="rId33"/>
    <p:sldId id="286" r:id="rId34"/>
    <p:sldId id="288" r:id="rId35"/>
    <p:sldId id="279" r:id="rId36"/>
    <p:sldId id="309" r:id="rId37"/>
    <p:sldId id="277" r:id="rId38"/>
    <p:sldId id="280" r:id="rId39"/>
    <p:sldId id="281" r:id="rId40"/>
    <p:sldId id="282" r:id="rId41"/>
    <p:sldId id="283" r:id="rId42"/>
    <p:sldId id="284" r:id="rId43"/>
    <p:sldId id="296" r:id="rId44"/>
    <p:sldId id="316" r:id="rId45"/>
    <p:sldId id="319" r:id="rId46"/>
    <p:sldId id="318" r:id="rId47"/>
    <p:sldId id="290" r:id="rId48"/>
    <p:sldId id="291" r:id="rId49"/>
    <p:sldId id="314" r:id="rId50"/>
    <p:sldId id="315" r:id="rId51"/>
    <p:sldId id="292" r:id="rId52"/>
    <p:sldId id="299" r:id="rId53"/>
    <p:sldId id="294" r:id="rId54"/>
    <p:sldId id="295" r:id="rId55"/>
    <p:sldId id="297" r:id="rId56"/>
    <p:sldId id="298" r:id="rId57"/>
    <p:sldId id="321" r:id="rId58"/>
    <p:sldId id="322" r:id="rId59"/>
    <p:sldId id="323" r:id="rId60"/>
    <p:sldId id="324" r:id="rId61"/>
    <p:sldId id="325" r:id="rId62"/>
    <p:sldId id="326" r:id="rId63"/>
    <p:sldId id="327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0082"/>
    <a:srgbClr val="FF99FF"/>
    <a:srgbClr val="FF00FF"/>
    <a:srgbClr val="CCFF99"/>
    <a:srgbClr val="9370DB"/>
    <a:srgbClr val="AF94E4"/>
    <a:srgbClr val="D5C7F1"/>
    <a:srgbClr val="E8E1F7"/>
    <a:srgbClr val="9999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D7E27-1499-4D7A-B74E-2AEF2D360ED7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E3CED-2365-4C74-AE96-8BF3932EC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50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210C-C7DE-C0F8-78BD-022FDB8C9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0A5-AC15-F2BA-035E-5258CDF6F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E8E8-9F09-9085-D1E5-75AAD839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D7D18-9A7F-FB61-B6A4-1B04F337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D121-601A-3722-128D-6BEE6B23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82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7CBC-CC0E-3776-8517-CD4B66D8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83CDA-FEE9-7E84-28E4-F039EA67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CFD2-9E16-ABC5-8FB1-B59DB8A0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02C4A-25F9-5DFC-6824-5A114E5D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08BF5-A3D4-01EA-11B5-6F04084A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44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B0B6-A1DF-8170-01B7-F7CC149D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56BE2-E07C-DB76-D325-D730D7D16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7005B-014D-FD9D-7452-215EBB93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67BB-9AC3-578A-8619-8792689E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8FE7E-A1F0-A7B3-3212-D9BFF539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70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C548-583A-032F-DC18-F7FF9EFC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74BE6-8D7F-9E60-51AF-BC1CCA9E2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CE7AA-BF58-B3E7-A927-ABFCE3C39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C5288-A04A-03AA-B7F5-16FD612F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FB93F-CA63-9FC2-5E25-4E13BF5E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5530B-EC34-251C-025F-5F0222CD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4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EC18-2064-08A3-77E3-304ED842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9A8CF-401F-3A2C-D5F3-75842B122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AEBFA-9CF5-62D7-6055-1D1FC30CF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D5F35-9D2A-3662-D953-700A916B5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C6053-6CC5-7378-60FB-FFF3C2C50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269A19-EE21-107E-B198-0ACD4CF4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1A8DF-E673-29C3-A602-F33A130F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5A97B-7678-7740-6EF6-7C81147F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26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034C-6B03-BDB3-A6E0-DBFF211B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B2311-720F-728C-C423-6EA1CA66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09403-6DE1-9572-8427-F0E2F78B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53B04-EB22-38F5-34F6-7913C97D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74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0D5B7-4382-ACAB-D188-A1C72F66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CD25F-C817-51C8-9F3E-B4F4F631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80466-1568-D419-0BA1-011E7D82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13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3283-9952-FC88-1551-3814AA43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52AB-85F3-BB89-B2FA-E2F261C50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6B9C9-8CB2-1B1A-4DEC-8AE4218EB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8D202-4EF8-627A-0FDC-04EE73AE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CC0C8-4F78-9145-5611-06D3F758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BA9DA-DD44-6548-84F2-E95B0328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48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77F3-1349-A031-450D-A27CD09B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618723-7F1C-BEBF-F48D-8D4025306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39678-779E-CD4F-85DE-3CAFF5767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A80FB-AAE2-B68A-F67C-73BCFC06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E32DA-0FDA-AE14-C1E5-C961E302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E9F29-F883-3E23-22CA-7BB638BA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90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35C9-BDBE-B84F-6B06-0828FDFD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92EB7-CAA1-DE78-8384-0540336AF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767EB-B849-AE32-DFFC-08281917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B5BB5-F615-849E-464A-70A7BA4C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07BA0-66B3-91B5-36BC-6096EAA2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60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23E8D-B146-515D-DF1F-34D634645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1ACA6-C460-8C20-6ABF-313EFB49C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9CF2D-0E0A-3708-83CC-605127C8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AB344-169F-40D0-67CA-1C2AAF70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A32A-F47D-D3C4-DB9B-85FF505B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0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A0B29-BF6A-DAE2-FE82-275D5C00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25D53-E8E7-D4A1-94DD-FF040BD78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0985-816F-D56E-AA00-7BCBE4043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80C51-472E-48C5-AE2C-2874F5A96778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1408-775C-7E29-4EE2-CA7D6E46E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F5B7F-3F77-497D-3248-D043517CF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F81C0-DCDF-48C6-8D95-DFB9989708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12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sv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12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8.svg"/><Relationship Id="rId5" Type="http://schemas.openxmlformats.org/officeDocument/2006/relationships/image" Target="../media/image16.svg"/><Relationship Id="rId15" Type="http://schemas.openxmlformats.org/officeDocument/2006/relationships/image" Target="../media/image24.sv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0.svg"/><Relationship Id="rId5" Type="http://schemas.openxmlformats.org/officeDocument/2006/relationships/image" Target="../media/image16.sv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svg"/><Relationship Id="rId7" Type="http://schemas.openxmlformats.org/officeDocument/2006/relationships/image" Target="../media/image3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4.svg"/><Relationship Id="rId10" Type="http://schemas.openxmlformats.org/officeDocument/2006/relationships/image" Target="../media/image33.png"/><Relationship Id="rId4" Type="http://schemas.openxmlformats.org/officeDocument/2006/relationships/image" Target="../media/image23.pn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34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17" Type="http://schemas.openxmlformats.org/officeDocument/2006/relationships/image" Target="../media/image22.svg"/><Relationship Id="rId2" Type="http://schemas.openxmlformats.org/officeDocument/2006/relationships/image" Target="../media/image29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5" Type="http://schemas.openxmlformats.org/officeDocument/2006/relationships/image" Target="../media/image8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Relationship Id="rId1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8.svg"/><Relationship Id="rId3" Type="http://schemas.openxmlformats.org/officeDocument/2006/relationships/image" Target="../media/image22.svg"/><Relationship Id="rId7" Type="http://schemas.openxmlformats.org/officeDocument/2006/relationships/image" Target="../media/image6.svg"/><Relationship Id="rId12" Type="http://schemas.openxmlformats.org/officeDocument/2006/relationships/image" Target="../media/image4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24.sv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23.png"/><Relationship Id="rId5" Type="http://schemas.openxmlformats.org/officeDocument/2006/relationships/image" Target="../media/image7.png"/><Relationship Id="rId10" Type="http://schemas.openxmlformats.org/officeDocument/2006/relationships/image" Target="../media/image22.svg"/><Relationship Id="rId4" Type="http://schemas.openxmlformats.org/officeDocument/2006/relationships/image" Target="../media/image6.sv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6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12" Type="http://schemas.openxmlformats.org/officeDocument/2006/relationships/image" Target="../media/image4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12" Type="http://schemas.openxmlformats.org/officeDocument/2006/relationships/image" Target="../media/image4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4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12" Type="http://schemas.openxmlformats.org/officeDocument/2006/relationships/image" Target="../media/image4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12" Type="http://schemas.openxmlformats.org/officeDocument/2006/relationships/image" Target="../media/image4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svg"/><Relationship Id="rId3" Type="http://schemas.openxmlformats.org/officeDocument/2006/relationships/image" Target="../media/image6.svg"/><Relationship Id="rId7" Type="http://schemas.openxmlformats.org/officeDocument/2006/relationships/image" Target="../media/image48.svg"/><Relationship Id="rId12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30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4.svg"/><Relationship Id="rId7" Type="http://schemas.openxmlformats.org/officeDocument/2006/relationships/image" Target="../media/image40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9" Type="http://schemas.openxmlformats.org/officeDocument/2006/relationships/image" Target="../media/image44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svg"/><Relationship Id="rId3" Type="http://schemas.openxmlformats.org/officeDocument/2006/relationships/image" Target="../media/image51.svg"/><Relationship Id="rId7" Type="http://schemas.openxmlformats.org/officeDocument/2006/relationships/image" Target="../media/image8.svg"/><Relationship Id="rId12" Type="http://schemas.openxmlformats.org/officeDocument/2006/relationships/image" Target="../media/image2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2.svg"/><Relationship Id="rId5" Type="http://schemas.openxmlformats.org/officeDocument/2006/relationships/image" Target="../media/image6.svg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18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svg"/><Relationship Id="rId5" Type="http://schemas.openxmlformats.org/officeDocument/2006/relationships/image" Target="../media/image8.sv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8.sv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12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0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9A1B0B4-158B-DC60-A4A8-10D6983FA897}"/>
              </a:ext>
            </a:extLst>
          </p:cNvPr>
          <p:cNvGrpSpPr/>
          <p:nvPr/>
        </p:nvGrpSpPr>
        <p:grpSpPr>
          <a:xfrm>
            <a:off x="-520189" y="612841"/>
            <a:ext cx="13232378" cy="8214349"/>
            <a:chOff x="225878" y="571500"/>
            <a:chExt cx="9206212" cy="5715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31020E-ABA4-35CA-52E4-EBF617E89AAE}"/>
                </a:ext>
              </a:extLst>
            </p:cNvPr>
            <p:cNvGrpSpPr/>
            <p:nvPr/>
          </p:nvGrpSpPr>
          <p:grpSpPr>
            <a:xfrm>
              <a:off x="225878" y="571500"/>
              <a:ext cx="2857500" cy="5715000"/>
              <a:chOff x="225878" y="571500"/>
              <a:chExt cx="2857500" cy="5715000"/>
            </a:xfrm>
          </p:grpSpPr>
          <p:pic>
            <p:nvPicPr>
              <p:cNvPr id="11" name="sil 1">
                <a:extLst>
                  <a:ext uri="{FF2B5EF4-FFF2-40B4-BE49-F238E27FC236}">
                    <a16:creationId xmlns:a16="http://schemas.microsoft.com/office/drawing/2014/main" id="{D1869AA2-3DDB-59FD-8D18-3A082FBF0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5878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" name="Graphic 2">
                <a:extLst>
                  <a:ext uri="{FF2B5EF4-FFF2-40B4-BE49-F238E27FC236}">
                    <a16:creationId xmlns:a16="http://schemas.microsoft.com/office/drawing/2014/main" id="{07E02922-E141-C4EF-D8A2-F6D7D31CB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25878" y="571500"/>
                <a:ext cx="2857500" cy="5715000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E990B62-F7A1-01C3-5933-A0CEB2D222E2}"/>
                </a:ext>
              </a:extLst>
            </p:cNvPr>
            <p:cNvGrpSpPr/>
            <p:nvPr/>
          </p:nvGrpSpPr>
          <p:grpSpPr>
            <a:xfrm>
              <a:off x="1813056" y="571500"/>
              <a:ext cx="2857500" cy="5715000"/>
              <a:chOff x="2496327" y="571500"/>
              <a:chExt cx="2857500" cy="5715000"/>
            </a:xfrm>
          </p:grpSpPr>
          <p:pic>
            <p:nvPicPr>
              <p:cNvPr id="12" name="sil 2">
                <a:extLst>
                  <a:ext uri="{FF2B5EF4-FFF2-40B4-BE49-F238E27FC236}">
                    <a16:creationId xmlns:a16="http://schemas.microsoft.com/office/drawing/2014/main" id="{0BA57DA4-FAA9-7610-6C44-571A6A4D1A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496327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A54B7965-3AC3-9F79-CD83-4796767FE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496327" y="571500"/>
                <a:ext cx="2857500" cy="5715000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5370470-B0DF-6CD9-DA69-BA0A63E19B01}"/>
                </a:ext>
              </a:extLst>
            </p:cNvPr>
            <p:cNvGrpSpPr/>
            <p:nvPr/>
          </p:nvGrpSpPr>
          <p:grpSpPr>
            <a:xfrm>
              <a:off x="3400234" y="571500"/>
              <a:ext cx="2857500" cy="5715000"/>
              <a:chOff x="4766776" y="571500"/>
              <a:chExt cx="2857500" cy="5715000"/>
            </a:xfrm>
          </p:grpSpPr>
          <p:pic>
            <p:nvPicPr>
              <p:cNvPr id="17" name="sil 3">
                <a:extLst>
                  <a:ext uri="{FF2B5EF4-FFF2-40B4-BE49-F238E27FC236}">
                    <a16:creationId xmlns:a16="http://schemas.microsoft.com/office/drawing/2014/main" id="{A7AEB0E0-6AE0-3835-62E3-6723DAB682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66776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11D43CF0-6DD0-55E0-B51C-24FE865FD3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766776" y="571500"/>
                <a:ext cx="2857500" cy="5715000"/>
              </a:xfrm>
              <a:prstGeom prst="rect">
                <a:avLst/>
              </a:prstGeom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EAF5AF5-60D4-9D8D-6189-420F4F8CDEC1}"/>
                </a:ext>
              </a:extLst>
            </p:cNvPr>
            <p:cNvGrpSpPr/>
            <p:nvPr/>
          </p:nvGrpSpPr>
          <p:grpSpPr>
            <a:xfrm>
              <a:off x="4987412" y="571500"/>
              <a:ext cx="2857500" cy="5715000"/>
              <a:chOff x="7037225" y="571500"/>
              <a:chExt cx="2857500" cy="5715000"/>
            </a:xfrm>
          </p:grpSpPr>
          <p:pic>
            <p:nvPicPr>
              <p:cNvPr id="22" name="sil 4">
                <a:extLst>
                  <a:ext uri="{FF2B5EF4-FFF2-40B4-BE49-F238E27FC236}">
                    <a16:creationId xmlns:a16="http://schemas.microsoft.com/office/drawing/2014/main" id="{819A5447-8EEF-B418-80D5-20300DC99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37225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DD99FE82-B530-874A-1CED-1DAA1D9727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037225" y="571500"/>
                <a:ext cx="2857500" cy="5715000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80FF992-BFD5-0B5E-5149-3A1CAAFBA302}"/>
                </a:ext>
              </a:extLst>
            </p:cNvPr>
            <p:cNvGrpSpPr/>
            <p:nvPr/>
          </p:nvGrpSpPr>
          <p:grpSpPr>
            <a:xfrm>
              <a:off x="6574590" y="571500"/>
              <a:ext cx="2857500" cy="5715000"/>
              <a:chOff x="9334500" y="506186"/>
              <a:chExt cx="2857500" cy="5715000"/>
            </a:xfrm>
          </p:grpSpPr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C247A1F6-1ECD-BBD8-CA97-B0C70C8F0C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334500" y="506186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D57F27C3-06A5-4BD6-197B-733D3AD9E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334500" y="506186"/>
                <a:ext cx="2857500" cy="5715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1855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AC1A-7AB1-951A-778F-5BC2A451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35EC861C-A072-D756-82E7-A350C4691A70}"/>
              </a:ext>
            </a:extLst>
          </p:cNvPr>
          <p:cNvGrpSpPr/>
          <p:nvPr/>
        </p:nvGrpSpPr>
        <p:grpSpPr>
          <a:xfrm>
            <a:off x="-1004585" y="-130628"/>
            <a:ext cx="14201169" cy="13455174"/>
            <a:chOff x="225878" y="571500"/>
            <a:chExt cx="6031856" cy="5715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9D5AEF5-BAF1-2A18-DE1F-24F5ACB7B730}"/>
                </a:ext>
              </a:extLst>
            </p:cNvPr>
            <p:cNvGrpSpPr/>
            <p:nvPr/>
          </p:nvGrpSpPr>
          <p:grpSpPr>
            <a:xfrm>
              <a:off x="225878" y="571500"/>
              <a:ext cx="2857500" cy="5715000"/>
              <a:chOff x="225878" y="571500"/>
              <a:chExt cx="2857500" cy="5715000"/>
            </a:xfrm>
          </p:grpSpPr>
          <p:pic>
            <p:nvPicPr>
              <p:cNvPr id="11" name="sil 1">
                <a:extLst>
                  <a:ext uri="{FF2B5EF4-FFF2-40B4-BE49-F238E27FC236}">
                    <a16:creationId xmlns:a16="http://schemas.microsoft.com/office/drawing/2014/main" id="{BFA2D15B-E9C0-637B-A3F4-D49817350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5878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" name="Graphic 2">
                <a:extLst>
                  <a:ext uri="{FF2B5EF4-FFF2-40B4-BE49-F238E27FC236}">
                    <a16:creationId xmlns:a16="http://schemas.microsoft.com/office/drawing/2014/main" id="{1877BC12-62C8-0A93-4FED-56BF48A3D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25878" y="571500"/>
                <a:ext cx="2857500" cy="5715000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F4A58FA-286B-77D0-F408-2B2D6CE37C47}"/>
                </a:ext>
              </a:extLst>
            </p:cNvPr>
            <p:cNvGrpSpPr/>
            <p:nvPr/>
          </p:nvGrpSpPr>
          <p:grpSpPr>
            <a:xfrm>
              <a:off x="1813056" y="571500"/>
              <a:ext cx="2857500" cy="5715000"/>
              <a:chOff x="2496327" y="571500"/>
              <a:chExt cx="2857500" cy="5715000"/>
            </a:xfrm>
          </p:grpSpPr>
          <p:pic>
            <p:nvPicPr>
              <p:cNvPr id="12" name="sil 2">
                <a:extLst>
                  <a:ext uri="{FF2B5EF4-FFF2-40B4-BE49-F238E27FC236}">
                    <a16:creationId xmlns:a16="http://schemas.microsoft.com/office/drawing/2014/main" id="{C444E549-681F-551B-8BFD-3D5A2D722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496327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BFAA375-EABB-7F35-8B99-0D2CCF2C4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496327" y="571500"/>
                <a:ext cx="2857500" cy="5715000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7E53546-A260-BE7D-AD2E-EFA9F0D61E55}"/>
                </a:ext>
              </a:extLst>
            </p:cNvPr>
            <p:cNvGrpSpPr/>
            <p:nvPr/>
          </p:nvGrpSpPr>
          <p:grpSpPr>
            <a:xfrm>
              <a:off x="3400234" y="571500"/>
              <a:ext cx="2857500" cy="5715000"/>
              <a:chOff x="4766776" y="571500"/>
              <a:chExt cx="2857500" cy="5715000"/>
            </a:xfrm>
          </p:grpSpPr>
          <p:pic>
            <p:nvPicPr>
              <p:cNvPr id="17" name="sil 3">
                <a:extLst>
                  <a:ext uri="{FF2B5EF4-FFF2-40B4-BE49-F238E27FC236}">
                    <a16:creationId xmlns:a16="http://schemas.microsoft.com/office/drawing/2014/main" id="{913D36D5-FDB1-F175-BF0E-0FF48F78A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66776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4398277F-3E4B-8DC9-716B-69036A8F9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766776" y="571500"/>
                <a:ext cx="2857500" cy="5715000"/>
              </a:xfrm>
              <a:prstGeom prst="rect">
                <a:avLst/>
              </a:prstGeom>
            </p:spPr>
          </p:pic>
        </p:grp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8504DCF-5F56-B3F7-52E0-88D6B2A65393}"/>
              </a:ext>
            </a:extLst>
          </p:cNvPr>
          <p:cNvCxnSpPr>
            <a:cxnSpLocks/>
          </p:cNvCxnSpPr>
          <p:nvPr/>
        </p:nvCxnSpPr>
        <p:spPr>
          <a:xfrm>
            <a:off x="5122507" y="3971734"/>
            <a:ext cx="1082351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1152AF6-7516-3184-E5A4-51C38652875A}"/>
              </a:ext>
            </a:extLst>
          </p:cNvPr>
          <p:cNvCxnSpPr>
            <a:cxnSpLocks/>
          </p:cNvCxnSpPr>
          <p:nvPr/>
        </p:nvCxnSpPr>
        <p:spPr>
          <a:xfrm>
            <a:off x="5542385" y="3971734"/>
            <a:ext cx="1530219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541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A037D3D-A563-A48E-06D5-5DA65374EE03}"/>
              </a:ext>
            </a:extLst>
          </p:cNvPr>
          <p:cNvGrpSpPr/>
          <p:nvPr/>
        </p:nvGrpSpPr>
        <p:grpSpPr>
          <a:xfrm>
            <a:off x="5890727" y="571500"/>
            <a:ext cx="2857500" cy="5715000"/>
            <a:chOff x="7113037" y="571500"/>
            <a:chExt cx="2857500" cy="5715000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F5875627-9DE4-0CA7-D400-6DEDBC823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3037" y="571500"/>
              <a:ext cx="2857500" cy="5715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4F6C3829-50D8-ACB9-CDAE-3828DC4C3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13037" y="571500"/>
              <a:ext cx="2857500" cy="5715000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BBE76DE-D220-252F-D055-DDBF7D976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1303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E9279A-4134-C5AC-2B0A-4D039276790A}"/>
              </a:ext>
            </a:extLst>
          </p:cNvPr>
          <p:cNvGrpSpPr/>
          <p:nvPr/>
        </p:nvGrpSpPr>
        <p:grpSpPr>
          <a:xfrm>
            <a:off x="3398287" y="571500"/>
            <a:ext cx="2857500" cy="5715000"/>
            <a:chOff x="4620597" y="571500"/>
            <a:chExt cx="2857500" cy="57150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E52AD99-1ADB-8C75-EAD5-F92E74697572}"/>
                </a:ext>
              </a:extLst>
            </p:cNvPr>
            <p:cNvGrpSpPr/>
            <p:nvPr/>
          </p:nvGrpSpPr>
          <p:grpSpPr>
            <a:xfrm>
              <a:off x="4620597" y="571500"/>
              <a:ext cx="2857500" cy="5715000"/>
              <a:chOff x="4667250" y="571500"/>
              <a:chExt cx="2857500" cy="5715000"/>
            </a:xfrm>
          </p:grpSpPr>
          <p:pic>
            <p:nvPicPr>
              <p:cNvPr id="27" name="Graphic 26">
                <a:extLst>
                  <a:ext uri="{FF2B5EF4-FFF2-40B4-BE49-F238E27FC236}">
                    <a16:creationId xmlns:a16="http://schemas.microsoft.com/office/drawing/2014/main" id="{AABB0AB2-6052-C887-DA97-4F493A99A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6F0E6A36-106A-CB34-3AAD-B5F1ABEBD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0F368E2-7FBD-BCA5-1625-17DFA0AB3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2059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AA829DE-3105-14F0-F25E-F0D814B79059}"/>
              </a:ext>
            </a:extLst>
          </p:cNvPr>
          <p:cNvGrpSpPr/>
          <p:nvPr/>
        </p:nvGrpSpPr>
        <p:grpSpPr>
          <a:xfrm>
            <a:off x="905847" y="571500"/>
            <a:ext cx="2857500" cy="5715000"/>
            <a:chOff x="2128157" y="571500"/>
            <a:chExt cx="2857500" cy="571500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156ED16-325C-7CA0-4CEB-00416C53AF59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5429BBDE-03E5-9AAD-672D-4204052762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A9AFB3BF-5A2E-44D1-A10E-AE7893422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E260658-C06F-F8F3-9AF7-2B4639FF5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CC4F45-24D9-8146-0649-C850BC424ADD}"/>
              </a:ext>
            </a:extLst>
          </p:cNvPr>
          <p:cNvGrpSpPr/>
          <p:nvPr/>
        </p:nvGrpSpPr>
        <p:grpSpPr>
          <a:xfrm>
            <a:off x="8383167" y="571500"/>
            <a:ext cx="2857500" cy="5715000"/>
            <a:chOff x="4667250" y="571500"/>
            <a:chExt cx="2857500" cy="571500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3C1854C-696C-2303-1BEA-178E3EE5A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814326D-EC0B-3E0A-2D5F-0D2930352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526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EFA0-80E4-341D-4DF2-04A0EA76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20ED08B-88E9-7D2E-4D84-C47CF6F50465}"/>
              </a:ext>
            </a:extLst>
          </p:cNvPr>
          <p:cNvGrpSpPr/>
          <p:nvPr/>
        </p:nvGrpSpPr>
        <p:grpSpPr>
          <a:xfrm>
            <a:off x="7162801" y="-318020"/>
            <a:ext cx="5673013" cy="11346026"/>
            <a:chOff x="7162801" y="-318020"/>
            <a:chExt cx="5673013" cy="11346026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2499B72-F56A-BA33-E4AE-75EF5951E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62801" y="-318020"/>
              <a:ext cx="5673013" cy="11346026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EB004E9-5536-1D68-D579-70F7DFEC0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2801" y="-318018"/>
              <a:ext cx="5673012" cy="11346024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1B45E6-75B9-C142-0655-A0E1951AB26C}"/>
                </a:ext>
              </a:extLst>
            </p:cNvPr>
            <p:cNvCxnSpPr>
              <a:cxnSpLocks/>
            </p:cNvCxnSpPr>
            <p:nvPr/>
          </p:nvCxnSpPr>
          <p:spPr>
            <a:xfrm>
              <a:off x="9178213" y="3169302"/>
              <a:ext cx="895738" cy="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BD87844-AF1F-7D60-0CD5-EF1312F1C41F}"/>
                </a:ext>
              </a:extLst>
            </p:cNvPr>
            <p:cNvCxnSpPr>
              <a:cxnSpLocks/>
            </p:cNvCxnSpPr>
            <p:nvPr/>
          </p:nvCxnSpPr>
          <p:spPr>
            <a:xfrm>
              <a:off x="9607422" y="3169302"/>
              <a:ext cx="1212979" cy="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A797FF2-300B-E9F6-1E7A-3BCE6B288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62801" y="-318018"/>
              <a:ext cx="5673012" cy="11346024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D10BF5-9DAE-B70F-C045-D968EFBAF35D}"/>
              </a:ext>
            </a:extLst>
          </p:cNvPr>
          <p:cNvGrpSpPr/>
          <p:nvPr/>
        </p:nvGrpSpPr>
        <p:grpSpPr>
          <a:xfrm>
            <a:off x="-653142" y="-318020"/>
            <a:ext cx="5682342" cy="11346026"/>
            <a:chOff x="-653142" y="-318020"/>
            <a:chExt cx="5682342" cy="1134602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99F1377-52AC-F6F6-CE45-8A722C418F18}"/>
                </a:ext>
              </a:extLst>
            </p:cNvPr>
            <p:cNvGrpSpPr/>
            <p:nvPr/>
          </p:nvGrpSpPr>
          <p:grpSpPr>
            <a:xfrm>
              <a:off x="-643813" y="-318020"/>
              <a:ext cx="5673013" cy="11346026"/>
              <a:chOff x="4667250" y="571500"/>
              <a:chExt cx="2857500" cy="5715000"/>
            </a:xfrm>
          </p:grpSpPr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B03D5DC1-B7F8-9D25-457D-C45AFDBE3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4DB4209A-80AB-0E1C-54DB-90E54F71D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1FC4A001-326C-D9DC-205C-31B04C67DC14}"/>
                </a:ext>
              </a:extLst>
            </p:cNvPr>
            <p:cNvCxnSpPr>
              <a:cxnSpLocks/>
            </p:cNvCxnSpPr>
            <p:nvPr/>
          </p:nvCxnSpPr>
          <p:spPr>
            <a:xfrm>
              <a:off x="1380931" y="3169302"/>
              <a:ext cx="895738" cy="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5E93A92-5F25-B2DF-3185-3723DFEE6144}"/>
                </a:ext>
              </a:extLst>
            </p:cNvPr>
            <p:cNvCxnSpPr>
              <a:cxnSpLocks/>
            </p:cNvCxnSpPr>
            <p:nvPr/>
          </p:nvCxnSpPr>
          <p:spPr>
            <a:xfrm>
              <a:off x="1800809" y="3169302"/>
              <a:ext cx="1212979" cy="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F0193F9-5F19-DBF0-F8AE-43617064E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653142" y="-318018"/>
              <a:ext cx="5673012" cy="11346024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98DBA1-2D02-904C-E6F8-183847156069}"/>
              </a:ext>
            </a:extLst>
          </p:cNvPr>
          <p:cNvGrpSpPr/>
          <p:nvPr/>
        </p:nvGrpSpPr>
        <p:grpSpPr>
          <a:xfrm>
            <a:off x="3259494" y="-318020"/>
            <a:ext cx="5673013" cy="11346026"/>
            <a:chOff x="3259494" y="-318020"/>
            <a:chExt cx="5673013" cy="1134602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16868EC-EDB7-D7B1-AA22-A76642B69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9494" y="-318020"/>
              <a:ext cx="5673013" cy="11346026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E54A3696-2AE8-84F2-E322-7A7F54970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59494" y="-318020"/>
              <a:ext cx="5673013" cy="1134602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93E053B-74AD-3053-7BAB-79FEF9468AC8}"/>
                </a:ext>
              </a:extLst>
            </p:cNvPr>
            <p:cNvCxnSpPr>
              <a:cxnSpLocks/>
            </p:cNvCxnSpPr>
            <p:nvPr/>
          </p:nvCxnSpPr>
          <p:spPr>
            <a:xfrm>
              <a:off x="5274907" y="3237726"/>
              <a:ext cx="895738" cy="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3760F7C-03D5-ABF0-0776-EC9C76F6934A}"/>
                </a:ext>
              </a:extLst>
            </p:cNvPr>
            <p:cNvCxnSpPr>
              <a:cxnSpLocks/>
            </p:cNvCxnSpPr>
            <p:nvPr/>
          </p:nvCxnSpPr>
          <p:spPr>
            <a:xfrm>
              <a:off x="5694785" y="3237726"/>
              <a:ext cx="1212979" cy="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FF6E49C-5554-8A0B-D177-7075325C3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59495" y="-318018"/>
              <a:ext cx="5673012" cy="113460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789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D500-80E1-16AC-6D2A-1B743C51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AE46B3-3B9F-79FE-D3C4-306469F38E91}"/>
              </a:ext>
            </a:extLst>
          </p:cNvPr>
          <p:cNvGrpSpPr/>
          <p:nvPr/>
        </p:nvGrpSpPr>
        <p:grpSpPr>
          <a:xfrm>
            <a:off x="3259494" y="-318020"/>
            <a:ext cx="5673013" cy="11346026"/>
            <a:chOff x="3259494" y="-318020"/>
            <a:chExt cx="5673013" cy="1134602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6D92280-A14A-7CE3-81C8-F227ACA99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9494" y="-318020"/>
              <a:ext cx="5673013" cy="11346026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9393B2B-643B-CB52-6163-E2116B5A5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59494" y="-318020"/>
              <a:ext cx="5673013" cy="113460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C49BDB2-CA9B-B7D6-EF18-21F9E931A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59495" y="-318018"/>
              <a:ext cx="5673012" cy="11346024"/>
            </a:xfrm>
            <a:prstGeom prst="rect">
              <a:avLst/>
            </a:prstGeom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FF4F08-795C-ABEC-0E31-21ADA2BCDDCE}"/>
              </a:ext>
            </a:extLst>
          </p:cNvPr>
          <p:cNvCxnSpPr>
            <a:cxnSpLocks/>
          </p:cNvCxnSpPr>
          <p:nvPr/>
        </p:nvCxnSpPr>
        <p:spPr>
          <a:xfrm>
            <a:off x="5337110" y="3582958"/>
            <a:ext cx="833535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0862D2-E64A-E9AB-59FB-9B4DADAE0AC3}"/>
              </a:ext>
            </a:extLst>
          </p:cNvPr>
          <p:cNvCxnSpPr>
            <a:cxnSpLocks/>
          </p:cNvCxnSpPr>
          <p:nvPr/>
        </p:nvCxnSpPr>
        <p:spPr>
          <a:xfrm>
            <a:off x="5694785" y="3582958"/>
            <a:ext cx="114455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14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A41B-52ED-EBC3-E55F-F20E14A3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3EA67A1-2647-4BB9-C75E-5945BE358431}"/>
              </a:ext>
            </a:extLst>
          </p:cNvPr>
          <p:cNvGrpSpPr/>
          <p:nvPr/>
        </p:nvGrpSpPr>
        <p:grpSpPr>
          <a:xfrm>
            <a:off x="7081935" y="-1503007"/>
            <a:ext cx="5682342" cy="11346026"/>
            <a:chOff x="-653142" y="-318020"/>
            <a:chExt cx="5682342" cy="1134602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59DF1D8-F586-2CE8-56F0-1242B57BC8E8}"/>
                </a:ext>
              </a:extLst>
            </p:cNvPr>
            <p:cNvGrpSpPr/>
            <p:nvPr/>
          </p:nvGrpSpPr>
          <p:grpSpPr>
            <a:xfrm>
              <a:off x="-643813" y="-318020"/>
              <a:ext cx="5673013" cy="11346026"/>
              <a:chOff x="4667250" y="571500"/>
              <a:chExt cx="2857500" cy="5715000"/>
            </a:xfrm>
          </p:grpSpPr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46195768-F055-918E-19C2-CB5D35B56D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F781ED47-F0C9-6CE1-C795-B58AF2B58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30C8CA0-408B-7FA1-C100-2BBF9045C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653142" y="-318018"/>
              <a:ext cx="5673012" cy="1134602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5E3877-9775-E896-E5C0-3422AD657E2A}"/>
              </a:ext>
            </a:extLst>
          </p:cNvPr>
          <p:cNvGrpSpPr/>
          <p:nvPr/>
        </p:nvGrpSpPr>
        <p:grpSpPr>
          <a:xfrm>
            <a:off x="3257161" y="-1521000"/>
            <a:ext cx="5682342" cy="11346026"/>
            <a:chOff x="-653142" y="-318020"/>
            <a:chExt cx="5682342" cy="1134602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1B5F99E-DAAB-40BB-CB81-ED3C998A6BCD}"/>
                </a:ext>
              </a:extLst>
            </p:cNvPr>
            <p:cNvGrpSpPr/>
            <p:nvPr/>
          </p:nvGrpSpPr>
          <p:grpSpPr>
            <a:xfrm>
              <a:off x="-643813" y="-318020"/>
              <a:ext cx="5673013" cy="11346026"/>
              <a:chOff x="4667250" y="571500"/>
              <a:chExt cx="2857500" cy="5715000"/>
            </a:xfrm>
          </p:grpSpPr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3102A77A-91E0-8E0C-96D9-DE03714C5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5E5AD427-EADB-ECF4-E209-13CDD0C30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B025B59-987D-9CFF-ABC1-87B337B4F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653142" y="-318018"/>
              <a:ext cx="5673012" cy="1134602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BEF3EE-96EC-EB30-F605-96E27B667742}"/>
              </a:ext>
            </a:extLst>
          </p:cNvPr>
          <p:cNvGrpSpPr/>
          <p:nvPr/>
        </p:nvGrpSpPr>
        <p:grpSpPr>
          <a:xfrm>
            <a:off x="-572279" y="-1503007"/>
            <a:ext cx="5682342" cy="11346026"/>
            <a:chOff x="-653142" y="-318020"/>
            <a:chExt cx="5682342" cy="1134602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4893D1-4C24-1F26-BE52-155EECC5E298}"/>
                </a:ext>
              </a:extLst>
            </p:cNvPr>
            <p:cNvGrpSpPr/>
            <p:nvPr/>
          </p:nvGrpSpPr>
          <p:grpSpPr>
            <a:xfrm>
              <a:off x="-643813" y="-318020"/>
              <a:ext cx="5673013" cy="11346026"/>
              <a:chOff x="4667250" y="571500"/>
              <a:chExt cx="2857500" cy="5715000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4AB1AD10-79D9-A271-AD78-06DC33469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AA2B974-C43A-30AE-C77F-8F8DC4D20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AABD3C7-54E2-CBD5-6D84-1F1688833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653142" y="-318018"/>
              <a:ext cx="5673012" cy="11346024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1F6EB70-82A7-734F-934D-2D17D86FC3DA}"/>
              </a:ext>
            </a:extLst>
          </p:cNvPr>
          <p:cNvCxnSpPr>
            <a:cxnSpLocks/>
          </p:cNvCxnSpPr>
          <p:nvPr/>
        </p:nvCxnSpPr>
        <p:spPr>
          <a:xfrm>
            <a:off x="5253135" y="3215957"/>
            <a:ext cx="933061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4A9AA5-B0B3-B5A2-EFA7-FE2EA0BFE43B}"/>
              </a:ext>
            </a:extLst>
          </p:cNvPr>
          <p:cNvCxnSpPr>
            <a:cxnSpLocks/>
          </p:cNvCxnSpPr>
          <p:nvPr/>
        </p:nvCxnSpPr>
        <p:spPr>
          <a:xfrm>
            <a:off x="5710336" y="3215957"/>
            <a:ext cx="124097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C74843-1F64-5891-A956-F481446C9681}"/>
              </a:ext>
            </a:extLst>
          </p:cNvPr>
          <p:cNvCxnSpPr>
            <a:cxnSpLocks/>
          </p:cNvCxnSpPr>
          <p:nvPr/>
        </p:nvCxnSpPr>
        <p:spPr>
          <a:xfrm>
            <a:off x="1603309" y="2833401"/>
            <a:ext cx="75578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6DF869-0EE1-9628-0B4A-B7DFDD67BE02}"/>
              </a:ext>
            </a:extLst>
          </p:cNvPr>
          <p:cNvCxnSpPr>
            <a:cxnSpLocks/>
          </p:cNvCxnSpPr>
          <p:nvPr/>
        </p:nvCxnSpPr>
        <p:spPr>
          <a:xfrm>
            <a:off x="1883229" y="2833401"/>
            <a:ext cx="1045027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AB61305-7D2B-57B6-E460-C7DFE4F48428}"/>
              </a:ext>
            </a:extLst>
          </p:cNvPr>
          <p:cNvCxnSpPr>
            <a:cxnSpLocks/>
          </p:cNvCxnSpPr>
          <p:nvPr/>
        </p:nvCxnSpPr>
        <p:spPr>
          <a:xfrm>
            <a:off x="8904513" y="4232994"/>
            <a:ext cx="1080797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0B1A7B-F835-1EAF-EAF9-32130FE56988}"/>
              </a:ext>
            </a:extLst>
          </p:cNvPr>
          <p:cNvCxnSpPr>
            <a:cxnSpLocks/>
          </p:cNvCxnSpPr>
          <p:nvPr/>
        </p:nvCxnSpPr>
        <p:spPr>
          <a:xfrm>
            <a:off x="9537443" y="4232994"/>
            <a:ext cx="1416696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288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BE335E0-95F6-D19F-6B24-EDA3D1FE9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9474" y="-440094"/>
            <a:ext cx="8013052" cy="801305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DE45C-C0DE-A157-4416-0AFCDF26AA73}"/>
              </a:ext>
            </a:extLst>
          </p:cNvPr>
          <p:cNvGrpSpPr/>
          <p:nvPr/>
        </p:nvGrpSpPr>
        <p:grpSpPr>
          <a:xfrm>
            <a:off x="5783425" y="1502229"/>
            <a:ext cx="0" cy="2687216"/>
            <a:chOff x="5746102" y="1520890"/>
            <a:chExt cx="0" cy="2687216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7CE98E5-C976-5D8E-5C87-DA853408F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6102" y="2911151"/>
              <a:ext cx="0" cy="1296955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A8C1EEC-C996-E828-A035-86DE8E67E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6102" y="1520890"/>
              <a:ext cx="0" cy="1611091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674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C31F-5861-CBA3-A737-4AF7C5FE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B1DF37B-6B04-6A50-8092-698B6F672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9935" y="522515"/>
            <a:ext cx="7321032" cy="7321032"/>
          </a:xfrm>
          <a:prstGeom prst="rect">
            <a:avLst/>
          </a:prstGeom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B18C3FF5-2973-2F1D-6B86-E84897CA5884}"/>
              </a:ext>
            </a:extLst>
          </p:cNvPr>
          <p:cNvSpPr/>
          <p:nvPr/>
        </p:nvSpPr>
        <p:spPr>
          <a:xfrm rot="20809908">
            <a:off x="4645006" y="3095942"/>
            <a:ext cx="3347353" cy="1650570"/>
          </a:xfrm>
          <a:prstGeom prst="arc">
            <a:avLst>
              <a:gd name="adj1" fmla="val 16700206"/>
              <a:gd name="adj2" fmla="val 21494274"/>
            </a:avLst>
          </a:prstGeom>
          <a:ln w="76200">
            <a:solidFill>
              <a:srgbClr val="CC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E8D3616-5310-2426-582B-374B6E3929F4}"/>
              </a:ext>
            </a:extLst>
          </p:cNvPr>
          <p:cNvSpPr/>
          <p:nvPr/>
        </p:nvSpPr>
        <p:spPr>
          <a:xfrm rot="1101557" flipH="1">
            <a:off x="4480435" y="3127611"/>
            <a:ext cx="3426503" cy="1708314"/>
          </a:xfrm>
          <a:prstGeom prst="arc">
            <a:avLst>
              <a:gd name="adj1" fmla="val 17023080"/>
              <a:gd name="adj2" fmla="val 563973"/>
            </a:avLst>
          </a:prstGeom>
          <a:ln w="762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FFBE8A-7E38-130D-269C-1B408073E25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565705" y="3725093"/>
            <a:ext cx="127593" cy="641634"/>
          </a:xfrm>
          <a:prstGeom prst="line">
            <a:avLst/>
          </a:prstGeom>
          <a:ln w="76200">
            <a:solidFill>
              <a:srgbClr val="CC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57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F4BE-86F3-6674-8A6A-7E56225D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F03C59F-AD63-227F-CDF0-9B449DA5609A}"/>
              </a:ext>
            </a:extLst>
          </p:cNvPr>
          <p:cNvGrpSpPr/>
          <p:nvPr/>
        </p:nvGrpSpPr>
        <p:grpSpPr>
          <a:xfrm>
            <a:off x="7003790" y="201384"/>
            <a:ext cx="5947099" cy="11894198"/>
            <a:chOff x="4667250" y="571500"/>
            <a:chExt cx="2857500" cy="5715000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49B6D48-0B64-9D44-3D7A-2FC0FDC69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56C8BF7-032D-7DA8-784F-00D56491A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ADFCC0-FCFF-A425-36AB-2D8EC5E76A5C}"/>
              </a:ext>
            </a:extLst>
          </p:cNvPr>
          <p:cNvGrpSpPr/>
          <p:nvPr/>
        </p:nvGrpSpPr>
        <p:grpSpPr>
          <a:xfrm>
            <a:off x="3122450" y="201384"/>
            <a:ext cx="5947099" cy="11894198"/>
            <a:chOff x="4667250" y="571500"/>
            <a:chExt cx="2857500" cy="5715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456231C-C98B-270E-2ABD-7B83E73CC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9494DBA-39C4-A3BA-4F57-803ADB7FB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46CC2D-48B1-52E0-0977-3F01A856783C}"/>
              </a:ext>
            </a:extLst>
          </p:cNvPr>
          <p:cNvGrpSpPr/>
          <p:nvPr/>
        </p:nvGrpSpPr>
        <p:grpSpPr>
          <a:xfrm>
            <a:off x="-758890" y="201384"/>
            <a:ext cx="5947099" cy="11894198"/>
            <a:chOff x="4667250" y="571500"/>
            <a:chExt cx="2857500" cy="5715000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0B11B56-1DA1-9D63-1D57-8E07FA6D9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449DA68-5387-5FEE-A81E-E89B1386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3E9971-3BA6-7CFD-D5A0-814FD97D96B5}"/>
              </a:ext>
            </a:extLst>
          </p:cNvPr>
          <p:cNvCxnSpPr>
            <a:cxnSpLocks/>
          </p:cNvCxnSpPr>
          <p:nvPr/>
        </p:nvCxnSpPr>
        <p:spPr>
          <a:xfrm>
            <a:off x="1212980" y="3635834"/>
            <a:ext cx="1091681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989035-E03D-DB43-A14B-08DA5448362B}"/>
              </a:ext>
            </a:extLst>
          </p:cNvPr>
          <p:cNvCxnSpPr>
            <a:cxnSpLocks/>
          </p:cNvCxnSpPr>
          <p:nvPr/>
        </p:nvCxnSpPr>
        <p:spPr>
          <a:xfrm>
            <a:off x="1670181" y="3635834"/>
            <a:ext cx="1530219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01E18C-E755-F2F7-3F2F-2FD0E5E6596A}"/>
              </a:ext>
            </a:extLst>
          </p:cNvPr>
          <p:cNvCxnSpPr>
            <a:cxnSpLocks/>
          </p:cNvCxnSpPr>
          <p:nvPr/>
        </p:nvCxnSpPr>
        <p:spPr>
          <a:xfrm>
            <a:off x="5188209" y="4049492"/>
            <a:ext cx="1019758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5F4A32-46E8-4E29-C9C4-228FADE16AFA}"/>
              </a:ext>
            </a:extLst>
          </p:cNvPr>
          <p:cNvCxnSpPr>
            <a:cxnSpLocks/>
          </p:cNvCxnSpPr>
          <p:nvPr/>
        </p:nvCxnSpPr>
        <p:spPr>
          <a:xfrm>
            <a:off x="5573487" y="4049492"/>
            <a:ext cx="1430303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3C6C43-F64E-EEB4-9EC5-5FED89895E45}"/>
              </a:ext>
            </a:extLst>
          </p:cNvPr>
          <p:cNvCxnSpPr>
            <a:cxnSpLocks/>
          </p:cNvCxnSpPr>
          <p:nvPr/>
        </p:nvCxnSpPr>
        <p:spPr>
          <a:xfrm>
            <a:off x="8920065" y="3237729"/>
            <a:ext cx="1160106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00D684-5F24-0AE2-9FD0-AB474EEFB116}"/>
              </a:ext>
            </a:extLst>
          </p:cNvPr>
          <p:cNvCxnSpPr>
            <a:cxnSpLocks/>
          </p:cNvCxnSpPr>
          <p:nvPr/>
        </p:nvCxnSpPr>
        <p:spPr>
          <a:xfrm>
            <a:off x="9445691" y="3237729"/>
            <a:ext cx="1620415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1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0850-78D9-F639-4FAC-735D42ED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93372CE-F2D4-7813-9A3C-51775238EA9D}"/>
              </a:ext>
            </a:extLst>
          </p:cNvPr>
          <p:cNvGrpSpPr/>
          <p:nvPr/>
        </p:nvGrpSpPr>
        <p:grpSpPr>
          <a:xfrm>
            <a:off x="3122450" y="201384"/>
            <a:ext cx="5947099" cy="11894198"/>
            <a:chOff x="4667250" y="571500"/>
            <a:chExt cx="2857500" cy="5715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2F16D24-7970-9D08-C1A5-64075C2E9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72B3420-C1CE-F8AE-42BF-47F4244A7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B0D632-B882-A667-AE14-1929E324B6A4}"/>
              </a:ext>
            </a:extLst>
          </p:cNvPr>
          <p:cNvGrpSpPr/>
          <p:nvPr/>
        </p:nvGrpSpPr>
        <p:grpSpPr>
          <a:xfrm>
            <a:off x="-758890" y="201384"/>
            <a:ext cx="5947099" cy="11894198"/>
            <a:chOff x="4667250" y="571500"/>
            <a:chExt cx="2857500" cy="5715000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4E04A0-987E-DE38-DA8E-5534F31E2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5D3FA55-7CF6-DC5E-939B-06ADECFF5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CD7D3B-F7BD-4EE7-479D-C6B5AF1799D8}"/>
              </a:ext>
            </a:extLst>
          </p:cNvPr>
          <p:cNvCxnSpPr>
            <a:cxnSpLocks/>
          </p:cNvCxnSpPr>
          <p:nvPr/>
        </p:nvCxnSpPr>
        <p:spPr>
          <a:xfrm flipH="1">
            <a:off x="5477069" y="2313992"/>
            <a:ext cx="618930" cy="139026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8C5271-5AB0-61D8-E80C-3604B4E6EE38}"/>
              </a:ext>
            </a:extLst>
          </p:cNvPr>
          <p:cNvCxnSpPr>
            <a:cxnSpLocks/>
          </p:cNvCxnSpPr>
          <p:nvPr/>
        </p:nvCxnSpPr>
        <p:spPr>
          <a:xfrm>
            <a:off x="2214660" y="2313992"/>
            <a:ext cx="0" cy="923737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8992766-F280-B9A3-8D76-B984B14F5747}"/>
              </a:ext>
            </a:extLst>
          </p:cNvPr>
          <p:cNvCxnSpPr>
            <a:cxnSpLocks/>
          </p:cNvCxnSpPr>
          <p:nvPr/>
        </p:nvCxnSpPr>
        <p:spPr>
          <a:xfrm>
            <a:off x="1172742" y="3237729"/>
            <a:ext cx="211163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280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31C0-20D1-83ED-2FB3-D8FE809E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2FABC0-A8E8-DFE5-104B-D93B6B73B782}"/>
              </a:ext>
            </a:extLst>
          </p:cNvPr>
          <p:cNvGrpSpPr/>
          <p:nvPr/>
        </p:nvGrpSpPr>
        <p:grpSpPr>
          <a:xfrm>
            <a:off x="4509796" y="-769000"/>
            <a:ext cx="5947099" cy="11894198"/>
            <a:chOff x="4667250" y="571500"/>
            <a:chExt cx="2857500" cy="57150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6DD26D16-C9E2-3D17-4244-23D6DE844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5B8F274C-6B8D-EEC8-9E0C-F6290D9B6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DA330A-6F66-1415-DCFD-FAE9FB6BA142}"/>
              </a:ext>
            </a:extLst>
          </p:cNvPr>
          <p:cNvCxnSpPr>
            <a:cxnSpLocks/>
          </p:cNvCxnSpPr>
          <p:nvPr/>
        </p:nvCxnSpPr>
        <p:spPr>
          <a:xfrm>
            <a:off x="6593827" y="3079108"/>
            <a:ext cx="1797309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C4E665A-562C-7046-C348-CBDB4EAB93AB}"/>
              </a:ext>
            </a:extLst>
          </p:cNvPr>
          <p:cNvGrpSpPr/>
          <p:nvPr/>
        </p:nvGrpSpPr>
        <p:grpSpPr>
          <a:xfrm>
            <a:off x="-360395" y="-769000"/>
            <a:ext cx="5947100" cy="11894199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A47652A-B89D-359E-0D3D-9098CCB4D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95A22D0-8A0D-279B-9D4C-628F80E9D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AF00951-84C6-752B-8971-725C2EC2D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785234-E69C-E2E3-22E6-EB74D82C82A5}"/>
              </a:ext>
            </a:extLst>
          </p:cNvPr>
          <p:cNvCxnSpPr>
            <a:cxnSpLocks/>
          </p:cNvCxnSpPr>
          <p:nvPr/>
        </p:nvCxnSpPr>
        <p:spPr>
          <a:xfrm>
            <a:off x="1733551" y="3079108"/>
            <a:ext cx="1765429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A6BB95-99CF-5CA7-00D6-B12D94D8BFE8}"/>
              </a:ext>
            </a:extLst>
          </p:cNvPr>
          <p:cNvCxnSpPr>
            <a:cxnSpLocks/>
          </p:cNvCxnSpPr>
          <p:nvPr/>
        </p:nvCxnSpPr>
        <p:spPr>
          <a:xfrm flipH="1">
            <a:off x="3396343" y="1352939"/>
            <a:ext cx="102637" cy="1726169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BE1266-C269-DCCD-5825-8E36A4C5B426}"/>
              </a:ext>
            </a:extLst>
          </p:cNvPr>
          <p:cNvCxnSpPr>
            <a:cxnSpLocks/>
          </p:cNvCxnSpPr>
          <p:nvPr/>
        </p:nvCxnSpPr>
        <p:spPr>
          <a:xfrm flipH="1">
            <a:off x="6453868" y="1352939"/>
            <a:ext cx="83976" cy="1119673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6571BA-B3D0-CE5F-D50A-F8C5881EE907}"/>
              </a:ext>
            </a:extLst>
          </p:cNvPr>
          <p:cNvCxnSpPr>
            <a:cxnSpLocks/>
          </p:cNvCxnSpPr>
          <p:nvPr/>
        </p:nvCxnSpPr>
        <p:spPr>
          <a:xfrm>
            <a:off x="6453868" y="2472612"/>
            <a:ext cx="139959" cy="606496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E2F6E257-3D30-9DB6-95B7-ADCF7F4F9A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1095" y="457204"/>
            <a:ext cx="4469358" cy="4469358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399A110-208B-1E81-B2E2-803643DF6064}"/>
              </a:ext>
            </a:extLst>
          </p:cNvPr>
          <p:cNvCxnSpPr>
            <a:cxnSpLocks/>
          </p:cNvCxnSpPr>
          <p:nvPr/>
        </p:nvCxnSpPr>
        <p:spPr>
          <a:xfrm>
            <a:off x="9901721" y="3079108"/>
            <a:ext cx="153761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BF9944-1DD5-448E-95CE-201789026ED8}"/>
              </a:ext>
            </a:extLst>
          </p:cNvPr>
          <p:cNvCxnSpPr>
            <a:cxnSpLocks/>
            <a:stCxn id="36" idx="0"/>
          </p:cNvCxnSpPr>
          <p:nvPr/>
        </p:nvCxnSpPr>
        <p:spPr>
          <a:xfrm flipH="1">
            <a:off x="10356980" y="2184007"/>
            <a:ext cx="73993" cy="89510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7BEB4B38-2369-EA8B-922D-7D33937B47EB}"/>
              </a:ext>
            </a:extLst>
          </p:cNvPr>
          <p:cNvSpPr/>
          <p:nvPr/>
        </p:nvSpPr>
        <p:spPr>
          <a:xfrm rot="5400000" flipH="1" flipV="1">
            <a:off x="9592746" y="2145163"/>
            <a:ext cx="2733870" cy="1149420"/>
          </a:xfrm>
          <a:prstGeom prst="arc">
            <a:avLst>
              <a:gd name="adj1" fmla="val 18923115"/>
              <a:gd name="adj2" fmla="val 0"/>
            </a:avLst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426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F0891D7-F708-B5D5-4F52-23385E80A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47" t="29239" r="21543" b="30109"/>
          <a:stretch>
            <a:fillRect/>
          </a:stretch>
        </p:blipFill>
        <p:spPr>
          <a:xfrm>
            <a:off x="5307566" y="413658"/>
            <a:ext cx="4133461" cy="295780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B037E16-2B1B-16DC-FD40-973ACBD03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47" t="29239" r="21543" b="30109"/>
          <a:stretch>
            <a:fillRect/>
          </a:stretch>
        </p:blipFill>
        <p:spPr>
          <a:xfrm>
            <a:off x="684244" y="413658"/>
            <a:ext cx="4133461" cy="29578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52B62D-9E42-3DFC-FDEA-F8B3F0E69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47" t="29239" r="21543" b="30109"/>
          <a:stretch>
            <a:fillRect/>
          </a:stretch>
        </p:blipFill>
        <p:spPr>
          <a:xfrm>
            <a:off x="7652660" y="3551854"/>
            <a:ext cx="4133461" cy="295780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EE34302-368D-1364-24B3-8992448E8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47" t="29239" r="21543" b="30109"/>
          <a:stretch>
            <a:fillRect/>
          </a:stretch>
        </p:blipFill>
        <p:spPr>
          <a:xfrm>
            <a:off x="3029338" y="3551854"/>
            <a:ext cx="4133461" cy="29578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FF2EC6-CAFA-594E-2404-5CF8D9FB2FB4}"/>
              </a:ext>
            </a:extLst>
          </p:cNvPr>
          <p:cNvCxnSpPr>
            <a:cxnSpLocks/>
          </p:cNvCxnSpPr>
          <p:nvPr/>
        </p:nvCxnSpPr>
        <p:spPr>
          <a:xfrm>
            <a:off x="3029338" y="2528596"/>
            <a:ext cx="684246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25A23C-7F1E-1A4C-5D4C-F04EF45DC955}"/>
              </a:ext>
            </a:extLst>
          </p:cNvPr>
          <p:cNvCxnSpPr>
            <a:cxnSpLocks/>
          </p:cNvCxnSpPr>
          <p:nvPr/>
        </p:nvCxnSpPr>
        <p:spPr>
          <a:xfrm>
            <a:off x="6096000" y="2528596"/>
            <a:ext cx="864637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670630F2-E06A-5E9A-6373-E12488EC67A2}"/>
              </a:ext>
            </a:extLst>
          </p:cNvPr>
          <p:cNvSpPr/>
          <p:nvPr/>
        </p:nvSpPr>
        <p:spPr>
          <a:xfrm flipH="1">
            <a:off x="5405533" y="4124131"/>
            <a:ext cx="2034073" cy="3069774"/>
          </a:xfrm>
          <a:prstGeom prst="arc">
            <a:avLst>
              <a:gd name="adj1" fmla="val 19342645"/>
              <a:gd name="adj2" fmla="val 0"/>
            </a:avLst>
          </a:prstGeom>
          <a:ln w="381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B29E08D1-22F9-A61A-C9EF-FBF46BD1EB26}"/>
              </a:ext>
            </a:extLst>
          </p:cNvPr>
          <p:cNvSpPr/>
          <p:nvPr/>
        </p:nvSpPr>
        <p:spPr>
          <a:xfrm flipH="1" flipV="1">
            <a:off x="10039748" y="5197929"/>
            <a:ext cx="923722" cy="997597"/>
          </a:xfrm>
          <a:prstGeom prst="arc">
            <a:avLst>
              <a:gd name="adj1" fmla="val 18313165"/>
              <a:gd name="adj2" fmla="val 0"/>
            </a:avLst>
          </a:prstGeom>
          <a:ln w="381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387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C636-27F1-F2CB-17AE-37A69217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2BBA92E-4D60-0000-8CF8-708B223445E5}"/>
              </a:ext>
            </a:extLst>
          </p:cNvPr>
          <p:cNvGrpSpPr/>
          <p:nvPr/>
        </p:nvGrpSpPr>
        <p:grpSpPr>
          <a:xfrm>
            <a:off x="3122450" y="-582388"/>
            <a:ext cx="5947099" cy="11894198"/>
            <a:chOff x="4667250" y="571500"/>
            <a:chExt cx="2857500" cy="5715000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B43BF4A7-750C-0C35-6C38-0AEB6A44C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1B77EAC-5248-C42A-295E-BC5D823FE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689081-F846-C02D-FC57-23CA33852575}"/>
              </a:ext>
            </a:extLst>
          </p:cNvPr>
          <p:cNvCxnSpPr>
            <a:cxnSpLocks/>
          </p:cNvCxnSpPr>
          <p:nvPr/>
        </p:nvCxnSpPr>
        <p:spPr>
          <a:xfrm>
            <a:off x="5960900" y="2855173"/>
            <a:ext cx="270200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28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AFEA9A3-3647-EF88-D283-B8F74EE4B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033" y="812932"/>
            <a:ext cx="5391925" cy="53919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A33C117-A09F-EF2D-5A82-569B3ECE0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2291" y="812932"/>
            <a:ext cx="5391925" cy="53919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EE0416-AE48-8BCC-F32B-848DBE8A7949}"/>
              </a:ext>
            </a:extLst>
          </p:cNvPr>
          <p:cNvCxnSpPr>
            <a:cxnSpLocks/>
          </p:cNvCxnSpPr>
          <p:nvPr/>
        </p:nvCxnSpPr>
        <p:spPr>
          <a:xfrm>
            <a:off x="4544008" y="3256384"/>
            <a:ext cx="522515" cy="0"/>
          </a:xfrm>
          <a:prstGeom prst="straightConnector1">
            <a:avLst/>
          </a:prstGeom>
          <a:ln w="38100">
            <a:solidFill>
              <a:srgbClr val="4B00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1B5864-D600-5F55-6495-96510F01004F}"/>
              </a:ext>
            </a:extLst>
          </p:cNvPr>
          <p:cNvSpPr txBox="1"/>
          <p:nvPr/>
        </p:nvSpPr>
        <p:spPr>
          <a:xfrm>
            <a:off x="4329405" y="2887052"/>
            <a:ext cx="628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apex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10D61A-6EBA-2BF7-8C54-A477A286EB80}"/>
              </a:ext>
            </a:extLst>
          </p:cNvPr>
          <p:cNvCxnSpPr>
            <a:cxnSpLocks/>
          </p:cNvCxnSpPr>
          <p:nvPr/>
        </p:nvCxnSpPr>
        <p:spPr>
          <a:xfrm>
            <a:off x="8447315" y="3191070"/>
            <a:ext cx="522515" cy="0"/>
          </a:xfrm>
          <a:prstGeom prst="straightConnector1">
            <a:avLst/>
          </a:prstGeom>
          <a:ln w="38100">
            <a:solidFill>
              <a:srgbClr val="4B00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A8812D-CBE9-56BD-E4F3-8BD703F02BE4}"/>
              </a:ext>
            </a:extLst>
          </p:cNvPr>
          <p:cNvSpPr txBox="1"/>
          <p:nvPr/>
        </p:nvSpPr>
        <p:spPr>
          <a:xfrm>
            <a:off x="8232712" y="2821738"/>
            <a:ext cx="628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apex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FDF4C6-6478-7619-4AD5-531FED8651BE}"/>
              </a:ext>
            </a:extLst>
          </p:cNvPr>
          <p:cNvCxnSpPr>
            <a:cxnSpLocks/>
          </p:cNvCxnSpPr>
          <p:nvPr/>
        </p:nvCxnSpPr>
        <p:spPr>
          <a:xfrm>
            <a:off x="553616" y="3375736"/>
            <a:ext cx="522515" cy="0"/>
          </a:xfrm>
          <a:prstGeom prst="straightConnector1">
            <a:avLst/>
          </a:prstGeom>
          <a:ln w="38100">
            <a:solidFill>
              <a:srgbClr val="4B00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738261-3C6E-87FC-E528-4DA552C55214}"/>
              </a:ext>
            </a:extLst>
          </p:cNvPr>
          <p:cNvSpPr txBox="1"/>
          <p:nvPr/>
        </p:nvSpPr>
        <p:spPr>
          <a:xfrm>
            <a:off x="339013" y="3006404"/>
            <a:ext cx="628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apex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60B26E7-102D-E158-1261-DB9FA4520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867" y="812933"/>
            <a:ext cx="5391924" cy="539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2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AF484-FDD9-5A77-1529-ADCDC244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35342DA-0CCB-5D6C-EDE6-A203EBBEC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452" t="22593" r="53705" b="48162"/>
          <a:stretch>
            <a:fillRect/>
          </a:stretch>
        </p:blipFill>
        <p:spPr>
          <a:xfrm>
            <a:off x="5105264" y="2271417"/>
            <a:ext cx="897816" cy="15768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F98C157-4818-BA5B-2E05-D757F93B7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6303" y="864299"/>
            <a:ext cx="5390122" cy="539012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BEF3A9E-20D0-C67D-6657-D46BEEA5A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0501" t="21951" b="32870"/>
          <a:stretch>
            <a:fillRect/>
          </a:stretch>
        </p:blipFill>
        <p:spPr>
          <a:xfrm>
            <a:off x="4102363" y="2047490"/>
            <a:ext cx="4824062" cy="2435282"/>
          </a:xfrm>
          <a:prstGeom prst="pentagon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A1E9BA6-571F-288A-03FB-E6339CED56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555" y="733038"/>
            <a:ext cx="5391924" cy="539192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834805-720B-D1B5-DA23-29356EFDC6C8}"/>
              </a:ext>
            </a:extLst>
          </p:cNvPr>
          <p:cNvCxnSpPr>
            <a:cxnSpLocks/>
          </p:cNvCxnSpPr>
          <p:nvPr/>
        </p:nvCxnSpPr>
        <p:spPr>
          <a:xfrm flipH="1">
            <a:off x="3088432" y="3195150"/>
            <a:ext cx="186613" cy="159553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ADD31F-A37B-4C9B-772E-C2C479449EDC}"/>
              </a:ext>
            </a:extLst>
          </p:cNvPr>
          <p:cNvCxnSpPr>
            <a:cxnSpLocks/>
          </p:cNvCxnSpPr>
          <p:nvPr/>
        </p:nvCxnSpPr>
        <p:spPr>
          <a:xfrm flipH="1">
            <a:off x="6251510" y="3489064"/>
            <a:ext cx="177283" cy="130162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F49145-C2A6-71AE-0406-476F21347226}"/>
              </a:ext>
            </a:extLst>
          </p:cNvPr>
          <p:cNvCxnSpPr>
            <a:cxnSpLocks/>
          </p:cNvCxnSpPr>
          <p:nvPr/>
        </p:nvCxnSpPr>
        <p:spPr>
          <a:xfrm>
            <a:off x="6316824" y="3489064"/>
            <a:ext cx="839755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F76EC48-75C1-9022-B472-8EC6F163A8F8}"/>
              </a:ext>
            </a:extLst>
          </p:cNvPr>
          <p:cNvCxnSpPr>
            <a:cxnSpLocks/>
          </p:cNvCxnSpPr>
          <p:nvPr/>
        </p:nvCxnSpPr>
        <p:spPr>
          <a:xfrm>
            <a:off x="3175520" y="3349105"/>
            <a:ext cx="839755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1E54C5-21EB-E166-3280-C0BA1E6B2050}"/>
              </a:ext>
            </a:extLst>
          </p:cNvPr>
          <p:cNvCxnSpPr>
            <a:cxnSpLocks/>
          </p:cNvCxnSpPr>
          <p:nvPr/>
        </p:nvCxnSpPr>
        <p:spPr>
          <a:xfrm>
            <a:off x="1399591" y="3349105"/>
            <a:ext cx="187545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F21B32-14BF-0B56-71A7-F3D490451E15}"/>
              </a:ext>
            </a:extLst>
          </p:cNvPr>
          <p:cNvCxnSpPr>
            <a:cxnSpLocks/>
          </p:cNvCxnSpPr>
          <p:nvPr/>
        </p:nvCxnSpPr>
        <p:spPr>
          <a:xfrm>
            <a:off x="5206482" y="3489064"/>
            <a:ext cx="1222311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FA1C28D6-6357-4D54-B209-ED4957818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6371" t="26452" r="34393" b="51304"/>
          <a:stretch>
            <a:fillRect/>
          </a:stretch>
        </p:blipFill>
        <p:spPr>
          <a:xfrm>
            <a:off x="6035737" y="2290082"/>
            <a:ext cx="1036867" cy="1198982"/>
          </a:xfrm>
          <a:prstGeom prst="ellipse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CC084E2F-3239-216A-13C4-46ED3EE9C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5824" y="864299"/>
            <a:ext cx="5390122" cy="5390122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1F814E-4241-3D59-12D5-BEA453230C68}"/>
              </a:ext>
            </a:extLst>
          </p:cNvPr>
          <p:cNvCxnSpPr>
            <a:cxnSpLocks/>
          </p:cNvCxnSpPr>
          <p:nvPr/>
        </p:nvCxnSpPr>
        <p:spPr>
          <a:xfrm flipH="1">
            <a:off x="9621031" y="3489064"/>
            <a:ext cx="177283" cy="130162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46F49B-76CB-8B18-5313-6F65BDD1BF99}"/>
              </a:ext>
            </a:extLst>
          </p:cNvPr>
          <p:cNvCxnSpPr>
            <a:cxnSpLocks/>
          </p:cNvCxnSpPr>
          <p:nvPr/>
        </p:nvCxnSpPr>
        <p:spPr>
          <a:xfrm>
            <a:off x="9686345" y="3489064"/>
            <a:ext cx="839755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00CF8DC-8FCE-5680-1961-7D4220123D28}"/>
              </a:ext>
            </a:extLst>
          </p:cNvPr>
          <p:cNvCxnSpPr>
            <a:cxnSpLocks/>
          </p:cNvCxnSpPr>
          <p:nvPr/>
        </p:nvCxnSpPr>
        <p:spPr>
          <a:xfrm>
            <a:off x="8683304" y="3489064"/>
            <a:ext cx="111501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34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A439-746B-AADC-FD9F-B25135FB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00B0DEF-6900-C5A8-68B5-46806E2D7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331" y="812932"/>
            <a:ext cx="5391925" cy="53919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BE66C-CE16-6A64-E906-A223AA0C0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7589" y="812932"/>
            <a:ext cx="5391925" cy="539192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B960442-9C6B-B31C-A768-B78FEC3C4C7E}"/>
              </a:ext>
            </a:extLst>
          </p:cNvPr>
          <p:cNvCxnSpPr>
            <a:cxnSpLocks/>
          </p:cNvCxnSpPr>
          <p:nvPr/>
        </p:nvCxnSpPr>
        <p:spPr>
          <a:xfrm>
            <a:off x="3097763" y="3657600"/>
            <a:ext cx="849086" cy="111967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9084B4-FF7C-D6AF-D9C3-A0E135A046E6}"/>
              </a:ext>
            </a:extLst>
          </p:cNvPr>
          <p:cNvCxnSpPr>
            <a:cxnSpLocks/>
          </p:cNvCxnSpPr>
          <p:nvPr/>
        </p:nvCxnSpPr>
        <p:spPr>
          <a:xfrm>
            <a:off x="3872204" y="3769567"/>
            <a:ext cx="1483567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FD8CE8-85D3-CB13-47B8-703B98551302}"/>
              </a:ext>
            </a:extLst>
          </p:cNvPr>
          <p:cNvCxnSpPr>
            <a:cxnSpLocks/>
          </p:cNvCxnSpPr>
          <p:nvPr/>
        </p:nvCxnSpPr>
        <p:spPr>
          <a:xfrm>
            <a:off x="6988629" y="3526971"/>
            <a:ext cx="870856" cy="130629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52ED16-9982-FB86-AED3-4FD65A4AB9B8}"/>
              </a:ext>
            </a:extLst>
          </p:cNvPr>
          <p:cNvCxnSpPr>
            <a:cxnSpLocks/>
          </p:cNvCxnSpPr>
          <p:nvPr/>
        </p:nvCxnSpPr>
        <p:spPr>
          <a:xfrm>
            <a:off x="7763069" y="3657600"/>
            <a:ext cx="1912776" cy="111967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518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19B-B0E0-D68D-BC11-558A9A38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5E2AE12-9A58-558D-8932-FB6FE1FE45B4}"/>
              </a:ext>
            </a:extLst>
          </p:cNvPr>
          <p:cNvGrpSpPr/>
          <p:nvPr/>
        </p:nvGrpSpPr>
        <p:grpSpPr>
          <a:xfrm>
            <a:off x="3122450" y="-795205"/>
            <a:ext cx="5947099" cy="11894198"/>
            <a:chOff x="4667250" y="571500"/>
            <a:chExt cx="2857500" cy="5715000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E1D658E-0FF1-A825-6F0F-BB526B5CF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BBFEF9EB-9427-A36D-E69A-F2C679C18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67D969-9595-A550-203A-CF63AE337A19}"/>
              </a:ext>
            </a:extLst>
          </p:cNvPr>
          <p:cNvCxnSpPr>
            <a:cxnSpLocks/>
          </p:cNvCxnSpPr>
          <p:nvPr/>
        </p:nvCxnSpPr>
        <p:spPr>
          <a:xfrm>
            <a:off x="5488020" y="2687817"/>
            <a:ext cx="1215958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565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A1076F1-CB41-6CFC-C406-FAC596F49EC2}"/>
              </a:ext>
            </a:extLst>
          </p:cNvPr>
          <p:cNvGrpSpPr/>
          <p:nvPr/>
        </p:nvGrpSpPr>
        <p:grpSpPr>
          <a:xfrm>
            <a:off x="5039309" y="0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B505E0-9CB1-AAEE-77B5-6F543CA56B28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ACF0181E-8118-576E-3AB8-12FD0484DE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F532CBCC-FC08-060B-BD8F-FC081A830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58DB9B6-E178-8F5E-99A3-CDC08EAF0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F86D777-0B4C-2468-FC5C-0E90FDDB1474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415104-2E5E-2C83-4B80-58D18D08B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A742303-74D3-9121-F54D-7577A5AB3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6516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80AB-E8B5-5CB0-7EE0-D471A665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ABD3D06-188C-C4DD-3E91-0CC2B981C6CA}"/>
              </a:ext>
            </a:extLst>
          </p:cNvPr>
          <p:cNvGrpSpPr/>
          <p:nvPr/>
        </p:nvGrpSpPr>
        <p:grpSpPr>
          <a:xfrm>
            <a:off x="6281445" y="71536"/>
            <a:ext cx="3299926" cy="6599852"/>
            <a:chOff x="4667250" y="571500"/>
            <a:chExt cx="2857500" cy="5715000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03865EDE-4D17-08E1-9428-58F48C1A1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8482"/>
            <a:stretch>
              <a:fillRect/>
            </a:stretch>
          </p:blipFill>
          <p:spPr>
            <a:xfrm>
              <a:off x="4667250" y="571500"/>
              <a:ext cx="2857500" cy="523022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D1BAF1DB-2AB5-94E5-F7C0-9084648D9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ACC1A05E-A551-4781-F45D-BA5B2E9DD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33F1D2-22B4-6A2C-997C-4CDF20C0379F}"/>
              </a:ext>
            </a:extLst>
          </p:cNvPr>
          <p:cNvGrpSpPr/>
          <p:nvPr/>
        </p:nvGrpSpPr>
        <p:grpSpPr>
          <a:xfrm>
            <a:off x="8892074" y="164842"/>
            <a:ext cx="3299926" cy="6599852"/>
            <a:chOff x="4667250" y="571500"/>
            <a:chExt cx="2857500" cy="5715000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B224FC02-F5B8-13BB-2106-EDC97B5EB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b="9897"/>
            <a:stretch>
              <a:fillRect/>
            </a:stretch>
          </p:blipFill>
          <p:spPr>
            <a:xfrm>
              <a:off x="4667250" y="571500"/>
              <a:ext cx="2857500" cy="514942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77A37EFC-484D-74E9-981F-8877BD5C6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D25DADD0-31E4-1D8A-6E8F-04A67F710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0C001-4C10-FE30-2762-61580CAFB41B}"/>
              </a:ext>
            </a:extLst>
          </p:cNvPr>
          <p:cNvGrpSpPr/>
          <p:nvPr/>
        </p:nvGrpSpPr>
        <p:grpSpPr>
          <a:xfrm>
            <a:off x="2796074" y="258148"/>
            <a:ext cx="3299926" cy="6599852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915CAE-354E-2631-AB25-0B22A24551B1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3D35133F-B171-29C9-75B8-76FDA0997B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0C153364-6365-78E6-9413-6D1ADA39F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2C5C7A1-932F-AE70-FCFB-E42EDEB7B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94EB43C-3BA9-834B-8790-C23CBBF953E9}"/>
              </a:ext>
            </a:extLst>
          </p:cNvPr>
          <p:cNvGrpSpPr/>
          <p:nvPr/>
        </p:nvGrpSpPr>
        <p:grpSpPr>
          <a:xfrm>
            <a:off x="168342" y="164842"/>
            <a:ext cx="3299926" cy="6599852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528A5FD-E8D1-C05C-5B40-4C1586D2C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1A854A8-D41F-8C5E-A820-FDC7EAEDC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E93E0C9-0A88-A777-7BC0-8DBD3654ADA6}"/>
              </a:ext>
            </a:extLst>
          </p:cNvPr>
          <p:cNvCxnSpPr>
            <a:cxnSpLocks/>
          </p:cNvCxnSpPr>
          <p:nvPr/>
        </p:nvCxnSpPr>
        <p:spPr>
          <a:xfrm>
            <a:off x="2518101" y="258148"/>
            <a:ext cx="0" cy="6291942"/>
          </a:xfrm>
          <a:prstGeom prst="straightConnector1">
            <a:avLst/>
          </a:prstGeom>
          <a:ln w="3810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ECCF17-359D-8746-BE54-EC6269CDD60B}"/>
              </a:ext>
            </a:extLst>
          </p:cNvPr>
          <p:cNvCxnSpPr>
            <a:cxnSpLocks/>
          </p:cNvCxnSpPr>
          <p:nvPr/>
        </p:nvCxnSpPr>
        <p:spPr>
          <a:xfrm>
            <a:off x="3720194" y="559837"/>
            <a:ext cx="0" cy="5990253"/>
          </a:xfrm>
          <a:prstGeom prst="straightConnector1">
            <a:avLst/>
          </a:prstGeom>
          <a:ln w="3810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DB1CC10A-351A-F30B-F99C-9385A6C418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101" t="89951"/>
          <a:stretch>
            <a:fillRect/>
          </a:stretch>
        </p:blipFill>
        <p:spPr>
          <a:xfrm rot="20400000">
            <a:off x="10695421" y="5896326"/>
            <a:ext cx="1481621" cy="66325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5B0BA23-1E78-6644-C0F5-AB33367080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101" t="89951"/>
          <a:stretch>
            <a:fillRect/>
          </a:stretch>
        </p:blipFill>
        <p:spPr>
          <a:xfrm rot="1200000" flipH="1">
            <a:off x="8903782" y="5909369"/>
            <a:ext cx="1475437" cy="660445"/>
          </a:xfrm>
          <a:prstGeom prst="rect">
            <a:avLst/>
          </a:prstGeom>
        </p:spPr>
      </p:pic>
      <p:sp>
        <p:nvSpPr>
          <p:cNvPr id="35" name="Trapezoid 34">
            <a:extLst>
              <a:ext uri="{FF2B5EF4-FFF2-40B4-BE49-F238E27FC236}">
                <a16:creationId xmlns:a16="http://schemas.microsoft.com/office/drawing/2014/main" id="{31DD7544-3CB4-58EB-B672-2382EDE9E07B}"/>
              </a:ext>
            </a:extLst>
          </p:cNvPr>
          <p:cNvSpPr/>
          <p:nvPr/>
        </p:nvSpPr>
        <p:spPr>
          <a:xfrm flipV="1">
            <a:off x="10184859" y="6075618"/>
            <a:ext cx="710119" cy="362504"/>
          </a:xfrm>
          <a:prstGeom prst="trapezoid">
            <a:avLst>
              <a:gd name="adj" fmla="val 115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A85734B0-E5A5-461E-3DCB-B88EA372B3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101" t="89951"/>
          <a:stretch>
            <a:fillRect/>
          </a:stretch>
        </p:blipFill>
        <p:spPr>
          <a:xfrm rot="20400000">
            <a:off x="8086687" y="5910342"/>
            <a:ext cx="1481621" cy="66325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8EB90333-8E2D-2644-C2CE-743238C33E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101" t="89951"/>
          <a:stretch>
            <a:fillRect/>
          </a:stretch>
        </p:blipFill>
        <p:spPr>
          <a:xfrm rot="1200000" flipH="1">
            <a:off x="6295048" y="5923385"/>
            <a:ext cx="1475437" cy="660445"/>
          </a:xfrm>
          <a:prstGeom prst="rect">
            <a:avLst/>
          </a:prstGeom>
        </p:spPr>
      </p:pic>
      <p:sp>
        <p:nvSpPr>
          <p:cNvPr id="38" name="Trapezoid 37">
            <a:extLst>
              <a:ext uri="{FF2B5EF4-FFF2-40B4-BE49-F238E27FC236}">
                <a16:creationId xmlns:a16="http://schemas.microsoft.com/office/drawing/2014/main" id="{274AFBAF-DEF2-7351-E6BC-5750D2773C2D}"/>
              </a:ext>
            </a:extLst>
          </p:cNvPr>
          <p:cNvSpPr/>
          <p:nvPr/>
        </p:nvSpPr>
        <p:spPr>
          <a:xfrm flipV="1">
            <a:off x="7576125" y="6089634"/>
            <a:ext cx="710119" cy="362504"/>
          </a:xfrm>
          <a:prstGeom prst="trapezoid">
            <a:avLst>
              <a:gd name="adj" fmla="val 115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CF3358-B507-BEB9-B4EF-3B410B2BE1CB}"/>
              </a:ext>
            </a:extLst>
          </p:cNvPr>
          <p:cNvCxnSpPr>
            <a:cxnSpLocks/>
          </p:cNvCxnSpPr>
          <p:nvPr/>
        </p:nvCxnSpPr>
        <p:spPr>
          <a:xfrm>
            <a:off x="7931408" y="1119673"/>
            <a:ext cx="0" cy="5262466"/>
          </a:xfrm>
          <a:prstGeom prst="straightConnector1">
            <a:avLst/>
          </a:prstGeom>
          <a:ln w="3810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D0CC05-9B03-123E-D46F-8DEA550C25BE}"/>
              </a:ext>
            </a:extLst>
          </p:cNvPr>
          <p:cNvCxnSpPr>
            <a:cxnSpLocks/>
          </p:cNvCxnSpPr>
          <p:nvPr/>
        </p:nvCxnSpPr>
        <p:spPr>
          <a:xfrm>
            <a:off x="10542037" y="1418253"/>
            <a:ext cx="0" cy="4963886"/>
          </a:xfrm>
          <a:prstGeom prst="straightConnector1">
            <a:avLst/>
          </a:prstGeom>
          <a:ln w="3810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00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D8E8-9DBD-0CB9-DB64-6255AED6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9F4CA4-3BF0-2798-7DC4-DB89F7A4A9C4}"/>
              </a:ext>
            </a:extLst>
          </p:cNvPr>
          <p:cNvGrpSpPr/>
          <p:nvPr/>
        </p:nvGrpSpPr>
        <p:grpSpPr>
          <a:xfrm>
            <a:off x="-998376" y="-106369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34EED24-FA09-86F0-08EC-61BB341CA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52C79D9-0C06-3134-647E-70337ED0A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C6EC80-79E1-D446-AF33-4C360BABA9EB}"/>
              </a:ext>
            </a:extLst>
          </p:cNvPr>
          <p:cNvCxnSpPr>
            <a:cxnSpLocks/>
          </p:cNvCxnSpPr>
          <p:nvPr/>
        </p:nvCxnSpPr>
        <p:spPr>
          <a:xfrm>
            <a:off x="1852512" y="821094"/>
            <a:ext cx="374002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51C6C4-8EEE-F9C7-0168-A8FD54DA6A63}"/>
              </a:ext>
            </a:extLst>
          </p:cNvPr>
          <p:cNvCxnSpPr>
            <a:cxnSpLocks/>
          </p:cNvCxnSpPr>
          <p:nvPr/>
        </p:nvCxnSpPr>
        <p:spPr>
          <a:xfrm>
            <a:off x="2048455" y="821094"/>
            <a:ext cx="30791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31996C4-450D-9343-62F3-C47B5D5DC169}"/>
              </a:ext>
            </a:extLst>
          </p:cNvPr>
          <p:cNvGrpSpPr/>
          <p:nvPr/>
        </p:nvGrpSpPr>
        <p:grpSpPr>
          <a:xfrm>
            <a:off x="4227546" y="-1315617"/>
            <a:ext cx="6228572" cy="12457144"/>
            <a:chOff x="2128157" y="571500"/>
            <a:chExt cx="2857500" cy="5715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0A4981E-B85A-286D-A2E9-9C40CDE5710E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E7487114-8A4C-A81B-69D7-993022EA8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A4053566-E5D4-C1BD-5A07-73B88E914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38D2231-56F0-F394-8A95-237B8574B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sp>
        <p:nvSpPr>
          <p:cNvPr id="18" name="Arc 17">
            <a:extLst>
              <a:ext uri="{FF2B5EF4-FFF2-40B4-BE49-F238E27FC236}">
                <a16:creationId xmlns:a16="http://schemas.microsoft.com/office/drawing/2014/main" id="{54146A1A-986C-8588-F7B5-73E35416CC1C}"/>
              </a:ext>
            </a:extLst>
          </p:cNvPr>
          <p:cNvSpPr/>
          <p:nvPr/>
        </p:nvSpPr>
        <p:spPr>
          <a:xfrm>
            <a:off x="7073383" y="905069"/>
            <a:ext cx="531066" cy="363894"/>
          </a:xfrm>
          <a:prstGeom prst="arc">
            <a:avLst>
              <a:gd name="adj1" fmla="val 21221159"/>
              <a:gd name="adj2" fmla="val 10926675"/>
            </a:avLst>
          </a:prstGeom>
          <a:ln w="38100">
            <a:solidFill>
              <a:srgbClr val="CC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CD0230-C531-A2AC-BC28-CAC62055D282}"/>
              </a:ext>
            </a:extLst>
          </p:cNvPr>
          <p:cNvGrpSpPr/>
          <p:nvPr/>
        </p:nvGrpSpPr>
        <p:grpSpPr>
          <a:xfrm>
            <a:off x="7435138" y="-1315617"/>
            <a:ext cx="6228572" cy="12457144"/>
            <a:chOff x="4667250" y="571500"/>
            <a:chExt cx="2857500" cy="5715000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090276DC-FCDF-F9B0-00EC-1784589A0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b="1"/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B7FFCE3-5F4A-E5EA-7EC8-D99DAC08A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861C1CA5-DCF3-2C59-FFCF-27709618E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sp>
        <p:nvSpPr>
          <p:cNvPr id="23" name="Arc 22">
            <a:extLst>
              <a:ext uri="{FF2B5EF4-FFF2-40B4-BE49-F238E27FC236}">
                <a16:creationId xmlns:a16="http://schemas.microsoft.com/office/drawing/2014/main" id="{71A68C32-89AD-C3C2-0AD5-EB77583B967A}"/>
              </a:ext>
            </a:extLst>
          </p:cNvPr>
          <p:cNvSpPr/>
          <p:nvPr/>
        </p:nvSpPr>
        <p:spPr>
          <a:xfrm>
            <a:off x="10280975" y="1007705"/>
            <a:ext cx="531066" cy="149291"/>
          </a:xfrm>
          <a:prstGeom prst="arc">
            <a:avLst>
              <a:gd name="adj1" fmla="val 21221159"/>
              <a:gd name="adj2" fmla="val 10926675"/>
            </a:avLst>
          </a:prstGeom>
          <a:ln w="38100">
            <a:solidFill>
              <a:srgbClr val="CC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72692445-89EF-631A-F905-79ACA380FFB8}"/>
              </a:ext>
            </a:extLst>
          </p:cNvPr>
          <p:cNvSpPr/>
          <p:nvPr/>
        </p:nvSpPr>
        <p:spPr>
          <a:xfrm>
            <a:off x="7073383" y="909734"/>
            <a:ext cx="531066" cy="363894"/>
          </a:xfrm>
          <a:prstGeom prst="arc">
            <a:avLst>
              <a:gd name="adj1" fmla="val 3758739"/>
              <a:gd name="adj2" fmla="val 10926675"/>
            </a:avLst>
          </a:prstGeom>
          <a:ln w="381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AB3AC77-034C-3611-603F-95F2E8F7B093}"/>
              </a:ext>
            </a:extLst>
          </p:cNvPr>
          <p:cNvCxnSpPr>
            <a:cxnSpLocks/>
          </p:cNvCxnSpPr>
          <p:nvPr/>
        </p:nvCxnSpPr>
        <p:spPr>
          <a:xfrm flipV="1">
            <a:off x="3498097" y="3439883"/>
            <a:ext cx="365063" cy="8708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AE5DB95-D6F8-7E25-2359-6F490B5BDB31}"/>
              </a:ext>
            </a:extLst>
          </p:cNvPr>
          <p:cNvCxnSpPr>
            <a:cxnSpLocks/>
          </p:cNvCxnSpPr>
          <p:nvPr/>
        </p:nvCxnSpPr>
        <p:spPr>
          <a:xfrm flipV="1">
            <a:off x="3777437" y="3396342"/>
            <a:ext cx="270588" cy="65315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030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4C8B3D3-454C-C983-C45D-F62F83B4375A}"/>
              </a:ext>
            </a:extLst>
          </p:cNvPr>
          <p:cNvGrpSpPr/>
          <p:nvPr/>
        </p:nvGrpSpPr>
        <p:grpSpPr>
          <a:xfrm>
            <a:off x="566838" y="590051"/>
            <a:ext cx="2816119" cy="4549487"/>
            <a:chOff x="354773" y="988451"/>
            <a:chExt cx="2816119" cy="4549487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3A26503D-9B2D-EAFC-2943-83FC29CFD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4863" t="14738" r="31936" b="63173"/>
            <a:stretch>
              <a:fillRect/>
            </a:stretch>
          </p:blipFill>
          <p:spPr>
            <a:xfrm>
              <a:off x="354773" y="1108518"/>
              <a:ext cx="822274" cy="2751643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7EF660D-DACA-C9C3-87BE-2FCF3444A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8092" t="19475" b="62474"/>
            <a:stretch>
              <a:fillRect/>
            </a:stretch>
          </p:blipFill>
          <p:spPr>
            <a:xfrm rot="19532286">
              <a:off x="1183473" y="988451"/>
              <a:ext cx="1987419" cy="224867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751352B-E9AF-B4C1-86E5-68D1A3A60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90" t="37176" b="42250"/>
            <a:stretch>
              <a:fillRect/>
            </a:stretch>
          </p:blipFill>
          <p:spPr>
            <a:xfrm rot="2624781">
              <a:off x="977063" y="2975130"/>
              <a:ext cx="1900336" cy="256280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89C895A-AB9D-546F-D015-E9351BACA5E9}"/>
              </a:ext>
            </a:extLst>
          </p:cNvPr>
          <p:cNvGrpSpPr/>
          <p:nvPr/>
        </p:nvGrpSpPr>
        <p:grpSpPr>
          <a:xfrm>
            <a:off x="3515983" y="590051"/>
            <a:ext cx="2816119" cy="4549487"/>
            <a:chOff x="354773" y="988451"/>
            <a:chExt cx="2816119" cy="4549487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296BE32-1D79-119F-4AAC-03FE47FC4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4863" t="14738" r="31936" b="63173"/>
            <a:stretch>
              <a:fillRect/>
            </a:stretch>
          </p:blipFill>
          <p:spPr>
            <a:xfrm>
              <a:off x="354773" y="1108518"/>
              <a:ext cx="822274" cy="2751643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EE49596-A667-74EA-CA13-F9D1EC550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8092" t="19475" b="62474"/>
            <a:stretch>
              <a:fillRect/>
            </a:stretch>
          </p:blipFill>
          <p:spPr>
            <a:xfrm rot="19532286">
              <a:off x="1183473" y="988451"/>
              <a:ext cx="1987419" cy="224867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E6F1E4-F3C1-7030-0BFB-A346B9DC6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90" t="37176" b="42250"/>
            <a:stretch>
              <a:fillRect/>
            </a:stretch>
          </p:blipFill>
          <p:spPr>
            <a:xfrm rot="2624781">
              <a:off x="977063" y="2975130"/>
              <a:ext cx="1900336" cy="2562808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BEA249-0099-B115-CEC9-635F4ADB3BE2}"/>
              </a:ext>
            </a:extLst>
          </p:cNvPr>
          <p:cNvCxnSpPr>
            <a:cxnSpLocks/>
          </p:cNvCxnSpPr>
          <p:nvPr/>
        </p:nvCxnSpPr>
        <p:spPr>
          <a:xfrm>
            <a:off x="1505844" y="1157591"/>
            <a:ext cx="1371600" cy="151751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96523E-203C-E360-1C89-4F59C62B3C64}"/>
              </a:ext>
            </a:extLst>
          </p:cNvPr>
          <p:cNvCxnSpPr>
            <a:cxnSpLocks/>
          </p:cNvCxnSpPr>
          <p:nvPr/>
        </p:nvCxnSpPr>
        <p:spPr>
          <a:xfrm flipH="1">
            <a:off x="4961106" y="2804759"/>
            <a:ext cx="877519" cy="1212764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49AB438-9DFE-E50A-3F2A-1404AE03BDED}"/>
              </a:ext>
            </a:extLst>
          </p:cNvPr>
          <p:cNvGrpSpPr/>
          <p:nvPr/>
        </p:nvGrpSpPr>
        <p:grpSpPr>
          <a:xfrm rot="5400000">
            <a:off x="7416774" y="1157591"/>
            <a:ext cx="2947481" cy="4703114"/>
            <a:chOff x="7416774" y="1157591"/>
            <a:chExt cx="2947481" cy="470311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655F925-BAFE-9BC0-0A14-5F0CB987594D}"/>
                </a:ext>
              </a:extLst>
            </p:cNvPr>
            <p:cNvGrpSpPr/>
            <p:nvPr/>
          </p:nvGrpSpPr>
          <p:grpSpPr>
            <a:xfrm>
              <a:off x="7416774" y="1157591"/>
              <a:ext cx="2947481" cy="4703114"/>
              <a:chOff x="7519481" y="934267"/>
              <a:chExt cx="2947481" cy="4703114"/>
            </a:xfrm>
          </p:grpSpPr>
          <p:sp>
            <p:nvSpPr>
              <p:cNvPr id="32" name="Trapezoid 31">
                <a:extLst>
                  <a:ext uri="{FF2B5EF4-FFF2-40B4-BE49-F238E27FC236}">
                    <a16:creationId xmlns:a16="http://schemas.microsoft.com/office/drawing/2014/main" id="{17326FDF-BD85-4F3A-FD1C-7E509EEAD96C}"/>
                  </a:ext>
                </a:extLst>
              </p:cNvPr>
              <p:cNvSpPr/>
              <p:nvPr/>
            </p:nvSpPr>
            <p:spPr>
              <a:xfrm>
                <a:off x="8169530" y="1220619"/>
                <a:ext cx="2169269" cy="2109616"/>
              </a:xfrm>
              <a:prstGeom prst="trapezoid">
                <a:avLst>
                  <a:gd name="adj" fmla="val 9783"/>
                </a:avLst>
              </a:prstGeom>
              <a:solidFill>
                <a:srgbClr val="9370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Flowchart: Data 32">
                <a:extLst>
                  <a:ext uri="{FF2B5EF4-FFF2-40B4-BE49-F238E27FC236}">
                    <a16:creationId xmlns:a16="http://schemas.microsoft.com/office/drawing/2014/main" id="{FE50D5E3-171E-4758-B607-53508AFD3C20}"/>
                  </a:ext>
                </a:extLst>
              </p:cNvPr>
              <p:cNvSpPr/>
              <p:nvPr/>
            </p:nvSpPr>
            <p:spPr>
              <a:xfrm flipV="1">
                <a:off x="8169530" y="3330235"/>
                <a:ext cx="628081" cy="1937936"/>
              </a:xfrm>
              <a:prstGeom prst="flowChartInputOutput">
                <a:avLst/>
              </a:prstGeom>
              <a:solidFill>
                <a:srgbClr val="9370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Flowchart: Data 33">
                <a:extLst>
                  <a:ext uri="{FF2B5EF4-FFF2-40B4-BE49-F238E27FC236}">
                    <a16:creationId xmlns:a16="http://schemas.microsoft.com/office/drawing/2014/main" id="{E6AA1DD8-C3CB-14A0-0A20-06413A64CEF5}"/>
                  </a:ext>
                </a:extLst>
              </p:cNvPr>
              <p:cNvSpPr/>
              <p:nvPr/>
            </p:nvSpPr>
            <p:spPr>
              <a:xfrm flipV="1">
                <a:off x="8733580" y="3330235"/>
                <a:ext cx="628081" cy="2307146"/>
              </a:xfrm>
              <a:prstGeom prst="flowChartInputOutput">
                <a:avLst/>
              </a:prstGeom>
              <a:solidFill>
                <a:srgbClr val="9370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Flowchart: Data 34">
                <a:extLst>
                  <a:ext uri="{FF2B5EF4-FFF2-40B4-BE49-F238E27FC236}">
                    <a16:creationId xmlns:a16="http://schemas.microsoft.com/office/drawing/2014/main" id="{1F545044-4307-D10D-6D43-3081425E745B}"/>
                  </a:ext>
                </a:extLst>
              </p:cNvPr>
              <p:cNvSpPr/>
              <p:nvPr/>
            </p:nvSpPr>
            <p:spPr>
              <a:xfrm flipV="1">
                <a:off x="9274830" y="3330235"/>
                <a:ext cx="628081" cy="2109616"/>
              </a:xfrm>
              <a:prstGeom prst="flowChartInputOutput">
                <a:avLst/>
              </a:prstGeom>
              <a:solidFill>
                <a:srgbClr val="9370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Flowchart: Data 35">
                <a:extLst>
                  <a:ext uri="{FF2B5EF4-FFF2-40B4-BE49-F238E27FC236}">
                    <a16:creationId xmlns:a16="http://schemas.microsoft.com/office/drawing/2014/main" id="{BA643859-701B-4A00-4006-AA019B52F1BF}"/>
                  </a:ext>
                </a:extLst>
              </p:cNvPr>
              <p:cNvSpPr/>
              <p:nvPr/>
            </p:nvSpPr>
            <p:spPr>
              <a:xfrm flipV="1">
                <a:off x="9838881" y="3330234"/>
                <a:ext cx="628081" cy="1708693"/>
              </a:xfrm>
              <a:prstGeom prst="flowChartInputOutput">
                <a:avLst/>
              </a:prstGeom>
              <a:solidFill>
                <a:srgbClr val="9370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Flowchart: Data 36">
                <a:extLst>
                  <a:ext uri="{FF2B5EF4-FFF2-40B4-BE49-F238E27FC236}">
                    <a16:creationId xmlns:a16="http://schemas.microsoft.com/office/drawing/2014/main" id="{F2F1FB99-B0AF-DCB6-0A25-C2852BEC2079}"/>
                  </a:ext>
                </a:extLst>
              </p:cNvPr>
              <p:cNvSpPr/>
              <p:nvPr/>
            </p:nvSpPr>
            <p:spPr>
              <a:xfrm flipV="1">
                <a:off x="8440155" y="2379888"/>
                <a:ext cx="628081" cy="1937936"/>
              </a:xfrm>
              <a:prstGeom prst="flowChartInputOutput">
                <a:avLst/>
              </a:prstGeom>
              <a:solidFill>
                <a:srgbClr val="9370DB"/>
              </a:solidFill>
              <a:ln>
                <a:solidFill>
                  <a:srgbClr val="4B0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1494A23F-25BF-8179-0116-7DC84FB8E1FB}"/>
                  </a:ext>
                </a:extLst>
              </p:cNvPr>
              <p:cNvSpPr/>
              <p:nvPr/>
            </p:nvSpPr>
            <p:spPr>
              <a:xfrm>
                <a:off x="7519481" y="934267"/>
                <a:ext cx="1964987" cy="2026757"/>
              </a:xfrm>
              <a:prstGeom prst="arc">
                <a:avLst>
                  <a:gd name="adj1" fmla="val 20856328"/>
                  <a:gd name="adj2" fmla="val 3340917"/>
                </a:avLst>
              </a:prstGeom>
              <a:solidFill>
                <a:srgbClr val="9370DB"/>
              </a:solidFill>
              <a:ln>
                <a:solidFill>
                  <a:srgbClr val="4B00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8FEBF4A-A18A-103F-995F-4B3016E18845}"/>
                  </a:ext>
                </a:extLst>
              </p:cNvPr>
              <p:cNvSpPr/>
              <p:nvPr/>
            </p:nvSpPr>
            <p:spPr>
              <a:xfrm>
                <a:off x="8360923" y="2110902"/>
                <a:ext cx="870627" cy="768485"/>
              </a:xfrm>
              <a:prstGeom prst="ellipse">
                <a:avLst/>
              </a:prstGeom>
              <a:solidFill>
                <a:srgbClr val="9370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2331410-2E41-FB5C-B1CE-F034698D0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773" y="3356028"/>
              <a:ext cx="1085350" cy="45399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F243D70-FE86-E08F-DBF0-D3D4EBD5B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8843" y="3275038"/>
              <a:ext cx="1085474" cy="80990"/>
            </a:xfrm>
            <a:prstGeom prst="straightConnector1">
              <a:avLst/>
            </a:prstGeom>
            <a:ln w="38100">
              <a:solidFill>
                <a:srgbClr val="CCFF9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5751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A6745-7AB6-0B26-B23D-67A6420D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B042C03-D95E-2101-C7F7-DCB33BC3C2FE}"/>
              </a:ext>
            </a:extLst>
          </p:cNvPr>
          <p:cNvGrpSpPr/>
          <p:nvPr/>
        </p:nvGrpSpPr>
        <p:grpSpPr>
          <a:xfrm>
            <a:off x="5039309" y="-1315617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4937A7-D44C-9A0B-E874-C643B20F3570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90EAE246-7065-22E7-1F0A-8B12A39A4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18419A6A-D61A-F29F-1897-3E539A3B40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56B0C2F-C0C6-53F0-8A3A-1D085B758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8CCD702-F6D8-B551-39D2-B31EE92A61AB}"/>
              </a:ext>
            </a:extLst>
          </p:cNvPr>
          <p:cNvGrpSpPr/>
          <p:nvPr/>
        </p:nvGrpSpPr>
        <p:grpSpPr>
          <a:xfrm>
            <a:off x="1095961" y="-1315617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CDF90D0-07AC-08DF-0691-6CB603C1D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9ECAE45-BF00-A389-1032-DC0976E30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9DE43E-DB68-179C-4501-28307E5B19CD}"/>
              </a:ext>
            </a:extLst>
          </p:cNvPr>
          <p:cNvCxnSpPr>
            <a:cxnSpLocks/>
          </p:cNvCxnSpPr>
          <p:nvPr/>
        </p:nvCxnSpPr>
        <p:spPr>
          <a:xfrm flipV="1">
            <a:off x="9144578" y="2460168"/>
            <a:ext cx="365063" cy="8708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019B85-3207-4F68-6203-FF6A11184CC7}"/>
              </a:ext>
            </a:extLst>
          </p:cNvPr>
          <p:cNvCxnSpPr>
            <a:cxnSpLocks/>
          </p:cNvCxnSpPr>
          <p:nvPr/>
        </p:nvCxnSpPr>
        <p:spPr>
          <a:xfrm flipV="1">
            <a:off x="9423918" y="2416627"/>
            <a:ext cx="270588" cy="65315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0B26D6-ECDA-3215-EE0C-13C61DAAE328}"/>
              </a:ext>
            </a:extLst>
          </p:cNvPr>
          <p:cNvCxnSpPr>
            <a:cxnSpLocks/>
          </p:cNvCxnSpPr>
          <p:nvPr/>
        </p:nvCxnSpPr>
        <p:spPr>
          <a:xfrm flipV="1">
            <a:off x="9713168" y="5005871"/>
            <a:ext cx="242592" cy="6998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C1C23C-1D65-A1AA-EAC5-DE02E26EC04D}"/>
              </a:ext>
            </a:extLst>
          </p:cNvPr>
          <p:cNvCxnSpPr>
            <a:cxnSpLocks/>
          </p:cNvCxnSpPr>
          <p:nvPr/>
        </p:nvCxnSpPr>
        <p:spPr>
          <a:xfrm flipV="1">
            <a:off x="9955760" y="4959605"/>
            <a:ext cx="114889" cy="4626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78159B-2124-548C-F8E1-733EACA3213D}"/>
              </a:ext>
            </a:extLst>
          </p:cNvPr>
          <p:cNvCxnSpPr>
            <a:cxnSpLocks/>
          </p:cNvCxnSpPr>
          <p:nvPr/>
        </p:nvCxnSpPr>
        <p:spPr>
          <a:xfrm flipV="1">
            <a:off x="5434105" y="2239344"/>
            <a:ext cx="365063" cy="8708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8C9E85-5CA2-5185-095E-3AC6284E1006}"/>
              </a:ext>
            </a:extLst>
          </p:cNvPr>
          <p:cNvCxnSpPr>
            <a:cxnSpLocks/>
          </p:cNvCxnSpPr>
          <p:nvPr/>
        </p:nvCxnSpPr>
        <p:spPr>
          <a:xfrm flipV="1">
            <a:off x="5713445" y="2195803"/>
            <a:ext cx="270588" cy="65315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38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63EB2-B829-2DA6-D53C-DF7DD9FA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DFE0B85-1AAD-1FDD-2443-FBEB81635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8335" y="812933"/>
            <a:ext cx="5391924" cy="53919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4AB44A1-052F-56FA-AAA5-861B73166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2083" y="944194"/>
            <a:ext cx="5390122" cy="53901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23D829-C938-06B3-B659-AAD1C0F905F4}"/>
              </a:ext>
            </a:extLst>
          </p:cNvPr>
          <p:cNvSpPr/>
          <p:nvPr/>
        </p:nvSpPr>
        <p:spPr>
          <a:xfrm>
            <a:off x="3067434" y="3256384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1D9659-D358-7FC9-0BF9-9C98DC78AE35}"/>
              </a:ext>
            </a:extLst>
          </p:cNvPr>
          <p:cNvSpPr/>
          <p:nvPr/>
        </p:nvSpPr>
        <p:spPr>
          <a:xfrm>
            <a:off x="6211851" y="3520752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E0DF1F5-4A03-33A7-279D-DA34CA72726E}"/>
              </a:ext>
            </a:extLst>
          </p:cNvPr>
          <p:cNvSpPr/>
          <p:nvPr/>
        </p:nvSpPr>
        <p:spPr>
          <a:xfrm rot="5400000" flipH="1" flipV="1">
            <a:off x="3107051" y="2607127"/>
            <a:ext cx="2038738" cy="1032589"/>
          </a:xfrm>
          <a:prstGeom prst="arc">
            <a:avLst>
              <a:gd name="adj1" fmla="val 18923115"/>
              <a:gd name="adj2" fmla="val 0"/>
            </a:avLst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FDA920-2735-7386-E839-E0A6BD56F286}"/>
              </a:ext>
            </a:extLst>
          </p:cNvPr>
          <p:cNvCxnSpPr>
            <a:cxnSpLocks/>
            <a:stCxn id="21" idx="0"/>
          </p:cNvCxnSpPr>
          <p:nvPr/>
        </p:nvCxnSpPr>
        <p:spPr>
          <a:xfrm>
            <a:off x="3667110" y="2657893"/>
            <a:ext cx="0" cy="60782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C06DA4FE-FB30-BDF5-13F2-77A1AC0B2EE5}"/>
              </a:ext>
            </a:extLst>
          </p:cNvPr>
          <p:cNvSpPr/>
          <p:nvPr/>
        </p:nvSpPr>
        <p:spPr>
          <a:xfrm rot="5400000" flipH="1" flipV="1">
            <a:off x="6270131" y="2876940"/>
            <a:ext cx="2038738" cy="1032589"/>
          </a:xfrm>
          <a:prstGeom prst="arc">
            <a:avLst>
              <a:gd name="adj1" fmla="val 18923115"/>
              <a:gd name="adj2" fmla="val 0"/>
            </a:avLst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3CFD2A-A082-0C6A-F355-133D2D8590BC}"/>
              </a:ext>
            </a:extLst>
          </p:cNvPr>
          <p:cNvCxnSpPr>
            <a:cxnSpLocks/>
            <a:stCxn id="23" idx="0"/>
          </p:cNvCxnSpPr>
          <p:nvPr/>
        </p:nvCxnSpPr>
        <p:spPr>
          <a:xfrm>
            <a:off x="6830190" y="2927706"/>
            <a:ext cx="0" cy="60782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49FFD695-90C9-7198-8F28-9F506EF13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8834052" y="1461411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EE5D8F-12EE-F821-21C2-6845F90835EA}"/>
              </a:ext>
            </a:extLst>
          </p:cNvPr>
          <p:cNvCxnSpPr>
            <a:cxnSpLocks/>
          </p:cNvCxnSpPr>
          <p:nvPr/>
        </p:nvCxnSpPr>
        <p:spPr>
          <a:xfrm>
            <a:off x="9062884" y="2232575"/>
            <a:ext cx="214604" cy="27058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060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8CA5-A5C0-C67C-2051-3DEE5CC8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FDBC211-9328-5F57-022A-8461F0869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29" y="812933"/>
            <a:ext cx="5391924" cy="53919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45700E3-C1E9-223E-AADE-338F3E546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8777" y="944194"/>
            <a:ext cx="5390122" cy="5390122"/>
          </a:xfrm>
          <a:prstGeom prst="rect">
            <a:avLst/>
          </a:prstGeom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9713EBD6-8886-749E-202C-52ED6D1DFE4C}"/>
              </a:ext>
            </a:extLst>
          </p:cNvPr>
          <p:cNvSpPr/>
          <p:nvPr/>
        </p:nvSpPr>
        <p:spPr>
          <a:xfrm rot="5400000" flipH="1">
            <a:off x="3080852" y="2596241"/>
            <a:ext cx="2038738" cy="1035702"/>
          </a:xfrm>
          <a:prstGeom prst="arc">
            <a:avLst>
              <a:gd name="adj1" fmla="val 18923115"/>
              <a:gd name="adj2" fmla="val 0"/>
            </a:avLst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900ED-5AE3-BEEA-0234-6A32FACC2199}"/>
              </a:ext>
            </a:extLst>
          </p:cNvPr>
          <p:cNvSpPr/>
          <p:nvPr/>
        </p:nvSpPr>
        <p:spPr>
          <a:xfrm>
            <a:off x="2974128" y="3256384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1BA261-8DC0-5E23-DD18-ABEA59299664}"/>
              </a:ext>
            </a:extLst>
          </p:cNvPr>
          <p:cNvCxnSpPr>
            <a:cxnSpLocks/>
            <a:stCxn id="9" idx="0"/>
          </p:cNvCxnSpPr>
          <p:nvPr/>
        </p:nvCxnSpPr>
        <p:spPr>
          <a:xfrm>
            <a:off x="4560627" y="2647453"/>
            <a:ext cx="0" cy="60893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819DF529-1E21-B8EB-61BB-3FC0D20C541D}"/>
              </a:ext>
            </a:extLst>
          </p:cNvPr>
          <p:cNvSpPr/>
          <p:nvPr/>
        </p:nvSpPr>
        <p:spPr>
          <a:xfrm rot="5400000" flipH="1">
            <a:off x="6225269" y="2860609"/>
            <a:ext cx="2038738" cy="1035702"/>
          </a:xfrm>
          <a:prstGeom prst="arc">
            <a:avLst>
              <a:gd name="adj1" fmla="val 18923115"/>
              <a:gd name="adj2" fmla="val 0"/>
            </a:avLst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01CEAC-34E5-CFE5-A13C-DB181AB689FF}"/>
              </a:ext>
            </a:extLst>
          </p:cNvPr>
          <p:cNvSpPr/>
          <p:nvPr/>
        </p:nvSpPr>
        <p:spPr>
          <a:xfrm>
            <a:off x="6118545" y="3520752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76A380-9285-8992-A28E-A1E3844CF001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7705044" y="2911821"/>
            <a:ext cx="0" cy="60893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B6AABAC6-AA85-34F9-0A57-DE51CBF412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8740746" y="1461411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61A5B6-7980-0E9B-85AD-0B894904FA7B}"/>
              </a:ext>
            </a:extLst>
          </p:cNvPr>
          <p:cNvCxnSpPr>
            <a:cxnSpLocks/>
          </p:cNvCxnSpPr>
          <p:nvPr/>
        </p:nvCxnSpPr>
        <p:spPr>
          <a:xfrm>
            <a:off x="8969578" y="2232575"/>
            <a:ext cx="214604" cy="27058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70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63CA-3511-0BE6-B5F8-4898E0AC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D11A5F6C-C115-AC77-7D81-B8A3AD731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9304016" y="544452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57F2F26-D847-3364-3EAF-C2D971250A16}"/>
              </a:ext>
            </a:extLst>
          </p:cNvPr>
          <p:cNvGrpSpPr/>
          <p:nvPr/>
        </p:nvGrpSpPr>
        <p:grpSpPr>
          <a:xfrm>
            <a:off x="3882314" y="-1315617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CD9DAE-485F-FC91-0BBA-0F8F002043EC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884CDF8F-7C56-E60D-E7AB-25DE994A3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3538D997-199D-6A82-2151-782323E65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55E5D0C-AAAC-2244-3F3B-DB9F15D31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D51FF9-7BF2-9C7B-007B-3B776CBD9E5F}"/>
              </a:ext>
            </a:extLst>
          </p:cNvPr>
          <p:cNvSpPr/>
          <p:nvPr/>
        </p:nvSpPr>
        <p:spPr>
          <a:xfrm flipH="1">
            <a:off x="7159690" y="2251788"/>
            <a:ext cx="802431" cy="233264"/>
          </a:xfrm>
          <a:prstGeom prst="parallelogram">
            <a:avLst>
              <a:gd name="adj" fmla="val 13000"/>
            </a:avLst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7250FF-E49C-BEF3-F976-AD8341FE563C}"/>
              </a:ext>
            </a:extLst>
          </p:cNvPr>
          <p:cNvCxnSpPr>
            <a:cxnSpLocks/>
          </p:cNvCxnSpPr>
          <p:nvPr/>
        </p:nvCxnSpPr>
        <p:spPr>
          <a:xfrm>
            <a:off x="8511266" y="1651518"/>
            <a:ext cx="72898" cy="53184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C3D280-43D9-817B-702E-065256991E20}"/>
              </a:ext>
            </a:extLst>
          </p:cNvPr>
          <p:cNvCxnSpPr>
            <a:cxnSpLocks/>
          </p:cNvCxnSpPr>
          <p:nvPr/>
        </p:nvCxnSpPr>
        <p:spPr>
          <a:xfrm>
            <a:off x="8344090" y="1492897"/>
            <a:ext cx="167176" cy="158621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5B050D-1AAE-05D2-856A-ABCF31D72638}"/>
              </a:ext>
            </a:extLst>
          </p:cNvPr>
          <p:cNvCxnSpPr>
            <a:cxnSpLocks/>
          </p:cNvCxnSpPr>
          <p:nvPr/>
        </p:nvCxnSpPr>
        <p:spPr>
          <a:xfrm>
            <a:off x="9532848" y="1315616"/>
            <a:ext cx="214604" cy="27058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D455B9-1E86-2540-4B4A-0920C7B9F6C7}"/>
              </a:ext>
            </a:extLst>
          </p:cNvPr>
          <p:cNvGrpSpPr/>
          <p:nvPr/>
        </p:nvGrpSpPr>
        <p:grpSpPr>
          <a:xfrm>
            <a:off x="-245976" y="-1315617"/>
            <a:ext cx="6228572" cy="12457144"/>
            <a:chOff x="4667250" y="571500"/>
            <a:chExt cx="2857500" cy="5715000"/>
          </a:xfrm>
        </p:grpSpPr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FD9A5108-B029-A18D-6BF4-6BD3E2672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DCA0A981-4122-CB66-7A57-DE93F4F1F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5C412653-C9C2-5872-98A7-510F182E953D}"/>
              </a:ext>
            </a:extLst>
          </p:cNvPr>
          <p:cNvSpPr/>
          <p:nvPr/>
        </p:nvSpPr>
        <p:spPr>
          <a:xfrm flipH="1">
            <a:off x="3234613" y="1807029"/>
            <a:ext cx="802431" cy="233264"/>
          </a:xfrm>
          <a:prstGeom prst="parallelogram">
            <a:avLst>
              <a:gd name="adj" fmla="val 13000"/>
            </a:avLst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4798A6-316F-8259-367B-EA7FCE7A92BC}"/>
              </a:ext>
            </a:extLst>
          </p:cNvPr>
          <p:cNvCxnSpPr>
            <a:cxnSpLocks/>
          </p:cNvCxnSpPr>
          <p:nvPr/>
        </p:nvCxnSpPr>
        <p:spPr>
          <a:xfrm>
            <a:off x="4567527" y="1216090"/>
            <a:ext cx="72898" cy="53184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C66E453-3DCD-1093-DD08-739491E3FA9E}"/>
              </a:ext>
            </a:extLst>
          </p:cNvPr>
          <p:cNvCxnSpPr>
            <a:cxnSpLocks/>
          </p:cNvCxnSpPr>
          <p:nvPr/>
        </p:nvCxnSpPr>
        <p:spPr>
          <a:xfrm>
            <a:off x="4400351" y="1057469"/>
            <a:ext cx="167176" cy="158621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338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1B8F-F1F8-6397-CB5F-E323B984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AAAE723-33D1-2CA6-88BE-F6DFF3CAA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9388" y="812933"/>
            <a:ext cx="5391924" cy="53919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891F08F-DBAD-4312-7AE9-D9ED705C4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136" y="944194"/>
            <a:ext cx="5390122" cy="53901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50647C5-7C78-0DE5-B6EF-BF84DC8DDFBC}"/>
              </a:ext>
            </a:extLst>
          </p:cNvPr>
          <p:cNvSpPr/>
          <p:nvPr/>
        </p:nvSpPr>
        <p:spPr>
          <a:xfrm>
            <a:off x="4028487" y="3256384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962245-568E-4784-35C9-4413A6D65B42}"/>
              </a:ext>
            </a:extLst>
          </p:cNvPr>
          <p:cNvSpPr/>
          <p:nvPr/>
        </p:nvSpPr>
        <p:spPr>
          <a:xfrm>
            <a:off x="7172904" y="3520752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091CFE-BD34-13FC-920D-2839D28EE660}"/>
              </a:ext>
            </a:extLst>
          </p:cNvPr>
          <p:cNvCxnSpPr>
            <a:cxnSpLocks/>
          </p:cNvCxnSpPr>
          <p:nvPr/>
        </p:nvCxnSpPr>
        <p:spPr>
          <a:xfrm>
            <a:off x="4663846" y="2647453"/>
            <a:ext cx="0" cy="608931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71A024-0C7C-1A75-9067-CEEDED308AB4}"/>
              </a:ext>
            </a:extLst>
          </p:cNvPr>
          <p:cNvCxnSpPr>
            <a:cxnSpLocks/>
          </p:cNvCxnSpPr>
          <p:nvPr/>
        </p:nvCxnSpPr>
        <p:spPr>
          <a:xfrm>
            <a:off x="5574488" y="2648563"/>
            <a:ext cx="0" cy="607821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99FAAF-153D-E6F9-FE10-20BDD09EC95E}"/>
              </a:ext>
            </a:extLst>
          </p:cNvPr>
          <p:cNvCxnSpPr>
            <a:cxnSpLocks/>
          </p:cNvCxnSpPr>
          <p:nvPr/>
        </p:nvCxnSpPr>
        <p:spPr>
          <a:xfrm flipH="1">
            <a:off x="4663846" y="3256384"/>
            <a:ext cx="910642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1FAA11-AD1B-0251-A097-AEC9AA48FD32}"/>
              </a:ext>
            </a:extLst>
          </p:cNvPr>
          <p:cNvCxnSpPr>
            <a:cxnSpLocks/>
          </p:cNvCxnSpPr>
          <p:nvPr/>
        </p:nvCxnSpPr>
        <p:spPr>
          <a:xfrm>
            <a:off x="7811372" y="2905601"/>
            <a:ext cx="0" cy="608931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0E48E1-199E-D11B-CEE2-C86959079B35}"/>
              </a:ext>
            </a:extLst>
          </p:cNvPr>
          <p:cNvCxnSpPr>
            <a:cxnSpLocks/>
          </p:cNvCxnSpPr>
          <p:nvPr/>
        </p:nvCxnSpPr>
        <p:spPr>
          <a:xfrm>
            <a:off x="8722014" y="2906711"/>
            <a:ext cx="0" cy="607821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EF3652-9F61-432F-1458-53A92F0F91F4}"/>
              </a:ext>
            </a:extLst>
          </p:cNvPr>
          <p:cNvCxnSpPr>
            <a:cxnSpLocks/>
          </p:cNvCxnSpPr>
          <p:nvPr/>
        </p:nvCxnSpPr>
        <p:spPr>
          <a:xfrm flipH="1">
            <a:off x="7811372" y="3514532"/>
            <a:ext cx="910642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B28CF6D0-A7EE-3A3B-3398-1A7D3E8B6F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" b="73779"/>
          <a:stretch>
            <a:fillRect/>
          </a:stretch>
        </p:blipFill>
        <p:spPr>
          <a:xfrm>
            <a:off x="-1602386" y="-360890"/>
            <a:ext cx="6228572" cy="326649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374F5A-E1B4-D97C-03AA-DFDC444BE774}"/>
              </a:ext>
            </a:extLst>
          </p:cNvPr>
          <p:cNvCxnSpPr>
            <a:cxnSpLocks/>
          </p:cNvCxnSpPr>
          <p:nvPr/>
        </p:nvCxnSpPr>
        <p:spPr>
          <a:xfrm>
            <a:off x="895739" y="944194"/>
            <a:ext cx="70562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FD1268-FBDD-A0CD-D2FB-7846E54ABEC0}"/>
              </a:ext>
            </a:extLst>
          </p:cNvPr>
          <p:cNvCxnSpPr>
            <a:cxnSpLocks/>
          </p:cNvCxnSpPr>
          <p:nvPr/>
        </p:nvCxnSpPr>
        <p:spPr>
          <a:xfrm>
            <a:off x="1451297" y="944194"/>
            <a:ext cx="67608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721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DE44-C877-EAEE-9A73-60BE10D9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035E006-69FB-7791-E21C-9DD1BA597E39}"/>
              </a:ext>
            </a:extLst>
          </p:cNvPr>
          <p:cNvGrpSpPr/>
          <p:nvPr/>
        </p:nvGrpSpPr>
        <p:grpSpPr>
          <a:xfrm>
            <a:off x="5045529" y="0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6F3484-2645-C27C-126E-974F3B984967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367193FE-CB63-406F-F0BB-858E3F26B4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3E1E87DC-79E4-3A48-445E-AA9234460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5870D17-11BD-B7C9-2A7A-AEFF0CEEB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DACFE3E-9263-EF3C-0475-1B91F49AAD6D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97E9A9B-2BF1-08B5-2B9E-EA2C49C42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1CCE369-4755-347F-2008-459184D8D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1961E1C-59D6-39C9-D52E-5E85B0E44E91}"/>
              </a:ext>
            </a:extLst>
          </p:cNvPr>
          <p:cNvCxnSpPr>
            <a:cxnSpLocks/>
          </p:cNvCxnSpPr>
          <p:nvPr/>
        </p:nvCxnSpPr>
        <p:spPr>
          <a:xfrm>
            <a:off x="2873829" y="2762462"/>
            <a:ext cx="2668555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B8C240-E7D2-E46D-8508-079FEAB0426D}"/>
              </a:ext>
            </a:extLst>
          </p:cNvPr>
          <p:cNvCxnSpPr>
            <a:cxnSpLocks/>
          </p:cNvCxnSpPr>
          <p:nvPr/>
        </p:nvCxnSpPr>
        <p:spPr>
          <a:xfrm>
            <a:off x="2756034" y="2407899"/>
            <a:ext cx="313737" cy="73651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9BB3E0-E1BF-4F8F-7A9A-DA146A60A897}"/>
              </a:ext>
            </a:extLst>
          </p:cNvPr>
          <p:cNvCxnSpPr>
            <a:cxnSpLocks/>
          </p:cNvCxnSpPr>
          <p:nvPr/>
        </p:nvCxnSpPr>
        <p:spPr>
          <a:xfrm flipH="1">
            <a:off x="5327780" y="2435290"/>
            <a:ext cx="382169" cy="70912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825837-A979-4266-852A-8DC9B1F0534D}"/>
              </a:ext>
            </a:extLst>
          </p:cNvPr>
          <p:cNvCxnSpPr>
            <a:cxnSpLocks/>
          </p:cNvCxnSpPr>
          <p:nvPr/>
        </p:nvCxnSpPr>
        <p:spPr>
          <a:xfrm>
            <a:off x="6895325" y="2845836"/>
            <a:ext cx="335899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43BD5F-4B9F-C7D9-DADC-B0027BEC470C}"/>
              </a:ext>
            </a:extLst>
          </p:cNvPr>
          <p:cNvCxnSpPr>
            <a:cxnSpLocks/>
          </p:cNvCxnSpPr>
          <p:nvPr/>
        </p:nvCxnSpPr>
        <p:spPr>
          <a:xfrm flipH="1">
            <a:off x="9087240" y="2845836"/>
            <a:ext cx="308687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BA7B0B-9EDA-A784-3452-CCDE06D0BF99}"/>
              </a:ext>
            </a:extLst>
          </p:cNvPr>
          <p:cNvCxnSpPr>
            <a:cxnSpLocks/>
          </p:cNvCxnSpPr>
          <p:nvPr/>
        </p:nvCxnSpPr>
        <p:spPr>
          <a:xfrm>
            <a:off x="7063274" y="3144416"/>
            <a:ext cx="2178309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569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FFAA-4465-B4A9-670F-17E68A3F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B941E5-8A63-75B3-829B-EC98FE4D3E38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61EEFC2-C2B7-AC70-BE70-34EB1ECA9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3049605-2240-0FBA-FF13-7907C87D1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099B0E6-7DFF-88F8-6A7A-1B9482889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9FBA70-7CE3-130D-2E01-01A3C5FECD55}"/>
              </a:ext>
            </a:extLst>
          </p:cNvPr>
          <p:cNvGrpSpPr/>
          <p:nvPr/>
        </p:nvGrpSpPr>
        <p:grpSpPr>
          <a:xfrm>
            <a:off x="5045529" y="0"/>
            <a:ext cx="6228572" cy="12457144"/>
            <a:chOff x="4667250" y="571500"/>
            <a:chExt cx="2857500" cy="571500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F11CC3F-BCB0-3970-D82C-CC8C9F22E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6CF807E5-945E-4C36-91E9-7F94E1C22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71BFB76-8747-977C-60EB-C92968D73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AF73EF6-3620-62F3-5844-C1423E7E8A43}"/>
              </a:ext>
            </a:extLst>
          </p:cNvPr>
          <p:cNvCxnSpPr>
            <a:cxnSpLocks/>
          </p:cNvCxnSpPr>
          <p:nvPr/>
        </p:nvCxnSpPr>
        <p:spPr>
          <a:xfrm>
            <a:off x="2873829" y="2762462"/>
            <a:ext cx="2668555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852C31-454B-B615-85D0-B12ABBDA51E7}"/>
              </a:ext>
            </a:extLst>
          </p:cNvPr>
          <p:cNvCxnSpPr>
            <a:cxnSpLocks/>
          </p:cNvCxnSpPr>
          <p:nvPr/>
        </p:nvCxnSpPr>
        <p:spPr>
          <a:xfrm>
            <a:off x="2756034" y="2407899"/>
            <a:ext cx="313737" cy="73651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AAD7D8-22EC-2000-B41B-8A3DA821412C}"/>
              </a:ext>
            </a:extLst>
          </p:cNvPr>
          <p:cNvCxnSpPr>
            <a:cxnSpLocks/>
          </p:cNvCxnSpPr>
          <p:nvPr/>
        </p:nvCxnSpPr>
        <p:spPr>
          <a:xfrm flipH="1">
            <a:off x="5327780" y="2435290"/>
            <a:ext cx="382169" cy="70912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A16EEB-184F-8A4E-0DE5-6F509DB2A448}"/>
              </a:ext>
            </a:extLst>
          </p:cNvPr>
          <p:cNvCxnSpPr>
            <a:cxnSpLocks/>
          </p:cNvCxnSpPr>
          <p:nvPr/>
        </p:nvCxnSpPr>
        <p:spPr>
          <a:xfrm>
            <a:off x="6895325" y="2845836"/>
            <a:ext cx="335899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51A289-CFC2-FC85-E946-6475655CA96E}"/>
              </a:ext>
            </a:extLst>
          </p:cNvPr>
          <p:cNvCxnSpPr>
            <a:cxnSpLocks/>
          </p:cNvCxnSpPr>
          <p:nvPr/>
        </p:nvCxnSpPr>
        <p:spPr>
          <a:xfrm flipH="1">
            <a:off x="9087240" y="2845836"/>
            <a:ext cx="308687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C2D1DA-2F94-7A08-AE31-D8ACF74D8241}"/>
              </a:ext>
            </a:extLst>
          </p:cNvPr>
          <p:cNvCxnSpPr>
            <a:cxnSpLocks/>
          </p:cNvCxnSpPr>
          <p:nvPr/>
        </p:nvCxnSpPr>
        <p:spPr>
          <a:xfrm>
            <a:off x="7063274" y="3144416"/>
            <a:ext cx="2178309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57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B1D5-835A-BE5F-8DE8-3322B202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C6EFD3-C2B1-9183-007C-25E87B9BB91C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067A338-1C60-2D46-C0A8-9CE714D42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2E9095A-89CD-3EFA-6F4C-C6F1C9161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CFD1CED-F7D9-0AC5-BB5F-181EA005E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AE64F0-C544-AB50-967C-98F1B1D82D0F}"/>
              </a:ext>
            </a:extLst>
          </p:cNvPr>
          <p:cNvGrpSpPr/>
          <p:nvPr/>
        </p:nvGrpSpPr>
        <p:grpSpPr>
          <a:xfrm>
            <a:off x="5045529" y="0"/>
            <a:ext cx="6228572" cy="12457144"/>
            <a:chOff x="4667250" y="571500"/>
            <a:chExt cx="2857500" cy="571500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C4A1927-CE1B-F809-49E1-B77AC05B0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85572F5C-8377-3159-1946-27EC5B0DE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AF3C8A4-4426-B78B-2AA0-EFA5DB0D7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AA8D6DA-B90C-C727-5E15-7703BBD71D75}"/>
              </a:ext>
            </a:extLst>
          </p:cNvPr>
          <p:cNvCxnSpPr>
            <a:cxnSpLocks/>
          </p:cNvCxnSpPr>
          <p:nvPr/>
        </p:nvCxnSpPr>
        <p:spPr>
          <a:xfrm>
            <a:off x="2756034" y="2435290"/>
            <a:ext cx="2953915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76686C-022B-2D7C-D0E8-440A772E0D4E}"/>
              </a:ext>
            </a:extLst>
          </p:cNvPr>
          <p:cNvCxnSpPr>
            <a:cxnSpLocks/>
          </p:cNvCxnSpPr>
          <p:nvPr/>
        </p:nvCxnSpPr>
        <p:spPr>
          <a:xfrm>
            <a:off x="2756034" y="2407899"/>
            <a:ext cx="313737" cy="73651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6762D4-9ACB-B118-2BB2-7E1C86163126}"/>
              </a:ext>
            </a:extLst>
          </p:cNvPr>
          <p:cNvCxnSpPr>
            <a:cxnSpLocks/>
          </p:cNvCxnSpPr>
          <p:nvPr/>
        </p:nvCxnSpPr>
        <p:spPr>
          <a:xfrm flipH="1">
            <a:off x="5327780" y="2435290"/>
            <a:ext cx="382169" cy="70912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5F6759-82AD-FBE0-E855-0B9AEDE35B4A}"/>
              </a:ext>
            </a:extLst>
          </p:cNvPr>
          <p:cNvCxnSpPr>
            <a:cxnSpLocks/>
          </p:cNvCxnSpPr>
          <p:nvPr/>
        </p:nvCxnSpPr>
        <p:spPr>
          <a:xfrm>
            <a:off x="6895325" y="2845836"/>
            <a:ext cx="335899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58745C-273D-987F-4294-51DBEC0C61D9}"/>
              </a:ext>
            </a:extLst>
          </p:cNvPr>
          <p:cNvCxnSpPr>
            <a:cxnSpLocks/>
          </p:cNvCxnSpPr>
          <p:nvPr/>
        </p:nvCxnSpPr>
        <p:spPr>
          <a:xfrm flipH="1">
            <a:off x="9087240" y="2845836"/>
            <a:ext cx="308687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7BE95B-E2C3-E05D-D1D2-DBD4F3F7ACEB}"/>
              </a:ext>
            </a:extLst>
          </p:cNvPr>
          <p:cNvCxnSpPr>
            <a:cxnSpLocks/>
          </p:cNvCxnSpPr>
          <p:nvPr/>
        </p:nvCxnSpPr>
        <p:spPr>
          <a:xfrm>
            <a:off x="6908931" y="2845836"/>
            <a:ext cx="2486996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220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6583-BAD2-9821-DADD-99000D96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23931E0-C420-72C6-FE30-1D502A24CED8}"/>
              </a:ext>
            </a:extLst>
          </p:cNvPr>
          <p:cNvGrpSpPr/>
          <p:nvPr/>
        </p:nvGrpSpPr>
        <p:grpSpPr>
          <a:xfrm>
            <a:off x="5045529" y="0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690C58-EE5F-1254-8634-B7F589F25AD9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A25CC44D-750D-F1EB-077D-DF2329937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18064FAA-72C1-1C9A-69F5-1C8E391F29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AEF72BC-F939-1C0C-4E41-FFE2B0A96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945F66-82A7-385F-7C68-C745EF33CD0D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2B90878-72D6-2EBE-542D-0856489E9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137BA90-4125-AAAD-4A44-973CC940A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1F6D1A-0426-EDDA-566D-06D5EC381F40}"/>
              </a:ext>
            </a:extLst>
          </p:cNvPr>
          <p:cNvCxnSpPr>
            <a:cxnSpLocks/>
          </p:cNvCxnSpPr>
          <p:nvPr/>
        </p:nvCxnSpPr>
        <p:spPr>
          <a:xfrm>
            <a:off x="2756034" y="2407899"/>
            <a:ext cx="313737" cy="73651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271A51-16E2-3CDA-5A83-C7432FE2498F}"/>
              </a:ext>
            </a:extLst>
          </p:cNvPr>
          <p:cNvCxnSpPr>
            <a:cxnSpLocks/>
          </p:cNvCxnSpPr>
          <p:nvPr/>
        </p:nvCxnSpPr>
        <p:spPr>
          <a:xfrm flipH="1">
            <a:off x="5327780" y="2435290"/>
            <a:ext cx="382169" cy="70912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E632E6-C4A3-DC8A-4986-C2036B2183F0}"/>
              </a:ext>
            </a:extLst>
          </p:cNvPr>
          <p:cNvCxnSpPr>
            <a:cxnSpLocks/>
          </p:cNvCxnSpPr>
          <p:nvPr/>
        </p:nvCxnSpPr>
        <p:spPr>
          <a:xfrm>
            <a:off x="6895325" y="2845836"/>
            <a:ext cx="335899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9BF75F-8F1E-96FD-1494-14F63E2C9E58}"/>
              </a:ext>
            </a:extLst>
          </p:cNvPr>
          <p:cNvCxnSpPr>
            <a:cxnSpLocks/>
          </p:cNvCxnSpPr>
          <p:nvPr/>
        </p:nvCxnSpPr>
        <p:spPr>
          <a:xfrm flipH="1">
            <a:off x="9087240" y="2845836"/>
            <a:ext cx="308687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DD6E76-8666-9509-2EAB-3483376BE6A3}"/>
              </a:ext>
            </a:extLst>
          </p:cNvPr>
          <p:cNvCxnSpPr>
            <a:cxnSpLocks/>
          </p:cNvCxnSpPr>
          <p:nvPr/>
        </p:nvCxnSpPr>
        <p:spPr>
          <a:xfrm>
            <a:off x="2756034" y="2435290"/>
            <a:ext cx="2953915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0BD7ED-5A23-AB74-C1C1-EF90286E81BB}"/>
              </a:ext>
            </a:extLst>
          </p:cNvPr>
          <p:cNvCxnSpPr>
            <a:cxnSpLocks/>
          </p:cNvCxnSpPr>
          <p:nvPr/>
        </p:nvCxnSpPr>
        <p:spPr>
          <a:xfrm>
            <a:off x="6908931" y="2845836"/>
            <a:ext cx="2486996" cy="0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910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153DF-E67C-2F0D-0E68-6E4A97FA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A700239-83C4-BEEF-9260-3C5F50FE0610}"/>
              </a:ext>
            </a:extLst>
          </p:cNvPr>
          <p:cNvGrpSpPr/>
          <p:nvPr/>
        </p:nvGrpSpPr>
        <p:grpSpPr>
          <a:xfrm>
            <a:off x="5045529" y="0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26F1BE-F37C-65DD-645F-047392B9A344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1E35F728-84F0-B89B-D7D4-0F21DB63A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184699B0-3E4C-8BBD-5911-E297C3DCC9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A6C08D5-6028-7B10-3CD3-87168919F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61FFAC-53BA-3098-693B-31A8E2C69EFC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03B01A9-177A-21E9-EE60-C3ADC147E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1B4ABAE-C1C8-376A-9683-2F2238194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4DCCDD-668D-AB7D-CED1-E554AE6C3A80}"/>
              </a:ext>
            </a:extLst>
          </p:cNvPr>
          <p:cNvCxnSpPr>
            <a:cxnSpLocks/>
          </p:cNvCxnSpPr>
          <p:nvPr/>
        </p:nvCxnSpPr>
        <p:spPr>
          <a:xfrm>
            <a:off x="2756034" y="2407899"/>
            <a:ext cx="313737" cy="73651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73C7FC-DE59-F0AE-F2C5-3AF3FC84EAFF}"/>
              </a:ext>
            </a:extLst>
          </p:cNvPr>
          <p:cNvCxnSpPr>
            <a:cxnSpLocks/>
          </p:cNvCxnSpPr>
          <p:nvPr/>
        </p:nvCxnSpPr>
        <p:spPr>
          <a:xfrm flipH="1">
            <a:off x="5327780" y="2435290"/>
            <a:ext cx="382169" cy="70912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74412E-D31D-19E4-9BF3-57DBA3DE47C3}"/>
              </a:ext>
            </a:extLst>
          </p:cNvPr>
          <p:cNvCxnSpPr>
            <a:cxnSpLocks/>
          </p:cNvCxnSpPr>
          <p:nvPr/>
        </p:nvCxnSpPr>
        <p:spPr>
          <a:xfrm>
            <a:off x="6895325" y="2845836"/>
            <a:ext cx="335899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4A3EBF-C03F-81BA-FEAE-352ED9E36857}"/>
              </a:ext>
            </a:extLst>
          </p:cNvPr>
          <p:cNvCxnSpPr>
            <a:cxnSpLocks/>
          </p:cNvCxnSpPr>
          <p:nvPr/>
        </p:nvCxnSpPr>
        <p:spPr>
          <a:xfrm flipH="1">
            <a:off x="9087240" y="2845836"/>
            <a:ext cx="308687" cy="681135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35D950-088D-F4D0-AFD0-E6D9E92669C3}"/>
              </a:ext>
            </a:extLst>
          </p:cNvPr>
          <p:cNvCxnSpPr>
            <a:cxnSpLocks/>
          </p:cNvCxnSpPr>
          <p:nvPr/>
        </p:nvCxnSpPr>
        <p:spPr>
          <a:xfrm flipV="1">
            <a:off x="2756034" y="2230016"/>
            <a:ext cx="1405419" cy="205274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4D2431-0569-8D77-110B-E3D7B920EAB9}"/>
              </a:ext>
            </a:extLst>
          </p:cNvPr>
          <p:cNvCxnSpPr>
            <a:cxnSpLocks/>
          </p:cNvCxnSpPr>
          <p:nvPr/>
        </p:nvCxnSpPr>
        <p:spPr>
          <a:xfrm flipV="1">
            <a:off x="6908931" y="2659224"/>
            <a:ext cx="1227363" cy="186612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>
            <a:extLst>
              <a:ext uri="{FF2B5EF4-FFF2-40B4-BE49-F238E27FC236}">
                <a16:creationId xmlns:a16="http://schemas.microsoft.com/office/drawing/2014/main" id="{E55A98F6-F4C0-E64F-F739-E41ADA89B46F}"/>
              </a:ext>
            </a:extLst>
          </p:cNvPr>
          <p:cNvSpPr/>
          <p:nvPr/>
        </p:nvSpPr>
        <p:spPr>
          <a:xfrm>
            <a:off x="3942574" y="1814803"/>
            <a:ext cx="531066" cy="363894"/>
          </a:xfrm>
          <a:prstGeom prst="arc">
            <a:avLst>
              <a:gd name="adj1" fmla="val 21221159"/>
              <a:gd name="adj2" fmla="val 10926675"/>
            </a:avLst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1858CDE1-8207-7588-BE0D-9CCFD4A88086}"/>
              </a:ext>
            </a:extLst>
          </p:cNvPr>
          <p:cNvSpPr/>
          <p:nvPr/>
        </p:nvSpPr>
        <p:spPr>
          <a:xfrm>
            <a:off x="3942574" y="1819468"/>
            <a:ext cx="531066" cy="363894"/>
          </a:xfrm>
          <a:prstGeom prst="arc">
            <a:avLst>
              <a:gd name="adj1" fmla="val 3758739"/>
              <a:gd name="adj2" fmla="val 10926675"/>
            </a:avLst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A421716-BCF9-D7C0-CA2C-53B3AD115DDC}"/>
              </a:ext>
            </a:extLst>
          </p:cNvPr>
          <p:cNvSpPr/>
          <p:nvPr/>
        </p:nvSpPr>
        <p:spPr>
          <a:xfrm>
            <a:off x="7896422" y="2230016"/>
            <a:ext cx="531066" cy="363894"/>
          </a:xfrm>
          <a:prstGeom prst="arc">
            <a:avLst>
              <a:gd name="adj1" fmla="val 21221159"/>
              <a:gd name="adj2" fmla="val 10926675"/>
            </a:avLst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315AE7C-485E-7FD8-C33D-8C24564D6265}"/>
              </a:ext>
            </a:extLst>
          </p:cNvPr>
          <p:cNvSpPr/>
          <p:nvPr/>
        </p:nvSpPr>
        <p:spPr>
          <a:xfrm>
            <a:off x="7896422" y="2234681"/>
            <a:ext cx="531066" cy="363894"/>
          </a:xfrm>
          <a:prstGeom prst="arc">
            <a:avLst>
              <a:gd name="adj1" fmla="val 3758739"/>
              <a:gd name="adj2" fmla="val 10926675"/>
            </a:avLst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35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2406-6D3E-C470-400C-F89FF267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D1B46D3-08D3-632A-7846-FA21022AF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9388" y="812933"/>
            <a:ext cx="5391924" cy="53919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D1F7503-9725-91D5-9253-185947F75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136" y="944194"/>
            <a:ext cx="5390122" cy="53901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579110-0A55-4EBA-143B-2999F5F2C300}"/>
              </a:ext>
            </a:extLst>
          </p:cNvPr>
          <p:cNvCxnSpPr>
            <a:cxnSpLocks/>
          </p:cNvCxnSpPr>
          <p:nvPr/>
        </p:nvCxnSpPr>
        <p:spPr>
          <a:xfrm>
            <a:off x="3706004" y="4870581"/>
            <a:ext cx="1435163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B5D28D-452C-2FC0-D818-A50361EDD099}"/>
              </a:ext>
            </a:extLst>
          </p:cNvPr>
          <p:cNvCxnSpPr>
            <a:cxnSpLocks/>
          </p:cNvCxnSpPr>
          <p:nvPr/>
        </p:nvCxnSpPr>
        <p:spPr>
          <a:xfrm flipH="1">
            <a:off x="4805265" y="3275045"/>
            <a:ext cx="186613" cy="159553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800935-89F1-E40C-F622-6A2BC53A8350}"/>
              </a:ext>
            </a:extLst>
          </p:cNvPr>
          <p:cNvCxnSpPr>
            <a:cxnSpLocks/>
          </p:cNvCxnSpPr>
          <p:nvPr/>
        </p:nvCxnSpPr>
        <p:spPr>
          <a:xfrm>
            <a:off x="6923314" y="4870581"/>
            <a:ext cx="1481523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5EDA25-168D-5C0C-A97E-8BBB70E8653A}"/>
              </a:ext>
            </a:extLst>
          </p:cNvPr>
          <p:cNvCxnSpPr>
            <a:cxnSpLocks/>
          </p:cNvCxnSpPr>
          <p:nvPr/>
        </p:nvCxnSpPr>
        <p:spPr>
          <a:xfrm flipH="1">
            <a:off x="7968343" y="3568959"/>
            <a:ext cx="177283" cy="1301622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E9E5A9-E2B7-8E06-0937-8E776B61D37D}"/>
              </a:ext>
            </a:extLst>
          </p:cNvPr>
          <p:cNvCxnSpPr>
            <a:cxnSpLocks/>
          </p:cNvCxnSpPr>
          <p:nvPr/>
        </p:nvCxnSpPr>
        <p:spPr>
          <a:xfrm>
            <a:off x="4898571" y="3275044"/>
            <a:ext cx="2052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BCE20A-DEDC-7BD2-CA3A-BB305E4EEC87}"/>
              </a:ext>
            </a:extLst>
          </p:cNvPr>
          <p:cNvCxnSpPr>
            <a:cxnSpLocks/>
          </p:cNvCxnSpPr>
          <p:nvPr/>
        </p:nvCxnSpPr>
        <p:spPr>
          <a:xfrm>
            <a:off x="8064760" y="3554962"/>
            <a:ext cx="2052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865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E803-8320-F9D1-AE5C-E8EB5AD9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AC1F158-A599-6EA5-FAF9-52CB7511F4AA}"/>
              </a:ext>
            </a:extLst>
          </p:cNvPr>
          <p:cNvGrpSpPr/>
          <p:nvPr/>
        </p:nvGrpSpPr>
        <p:grpSpPr>
          <a:xfrm>
            <a:off x="3573625" y="-889486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92D3D1-BCFC-BF74-4938-55815A2E073E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1F50C608-8A6E-5755-A7FB-A189AD826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AB026441-CB43-7959-154B-844631CB27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BB5AD9F-CF8E-7404-2A8E-5C21A1A6D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C52A099-6B34-80A9-2C99-6CA490788A3E}"/>
              </a:ext>
            </a:extLst>
          </p:cNvPr>
          <p:cNvGrpSpPr/>
          <p:nvPr/>
        </p:nvGrpSpPr>
        <p:grpSpPr>
          <a:xfrm>
            <a:off x="-369723" y="-889486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5C85AF6-A4F7-EB06-57DB-829C131DE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88D58DB-8788-E1F0-A1CF-45381F575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CBCE46-F497-2A53-394D-D3F2B2750449}"/>
              </a:ext>
            </a:extLst>
          </p:cNvPr>
          <p:cNvCxnSpPr>
            <a:cxnSpLocks/>
          </p:cNvCxnSpPr>
          <p:nvPr/>
        </p:nvCxnSpPr>
        <p:spPr>
          <a:xfrm flipH="1">
            <a:off x="5291432" y="1446244"/>
            <a:ext cx="1134833" cy="494522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3B505C-A4CA-3A94-A90F-E47CB7FCF4D9}"/>
              </a:ext>
            </a:extLst>
          </p:cNvPr>
          <p:cNvCxnSpPr>
            <a:cxnSpLocks/>
          </p:cNvCxnSpPr>
          <p:nvPr/>
        </p:nvCxnSpPr>
        <p:spPr>
          <a:xfrm flipH="1">
            <a:off x="1166327" y="1035698"/>
            <a:ext cx="1306285" cy="485191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44F7AB9E-2607-B079-E296-7BEF03578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9204417" y="488469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B1E9DE-CF4E-F0BD-E64F-EB1C41AC5F8A}"/>
              </a:ext>
            </a:extLst>
          </p:cNvPr>
          <p:cNvCxnSpPr>
            <a:cxnSpLocks/>
          </p:cNvCxnSpPr>
          <p:nvPr/>
        </p:nvCxnSpPr>
        <p:spPr>
          <a:xfrm>
            <a:off x="9433249" y="1259633"/>
            <a:ext cx="214604" cy="27058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96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0892-DB02-A245-2D0E-FEE527AE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A6087A1-9641-557D-F5E1-B29CE6189E4C}"/>
              </a:ext>
            </a:extLst>
          </p:cNvPr>
          <p:cNvGrpSpPr/>
          <p:nvPr/>
        </p:nvGrpSpPr>
        <p:grpSpPr>
          <a:xfrm>
            <a:off x="3573625" y="-889486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040A75F-F73F-86AA-D365-CBE2A0093BAC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D15BA552-41B2-98AF-7240-7E227DFDA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5EC847A6-3671-B695-6A1D-2974287F3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8F45A93-7207-2114-3DDD-5B568AA7B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38789AF-53ED-C5C8-9902-3C9FF9820F19}"/>
              </a:ext>
            </a:extLst>
          </p:cNvPr>
          <p:cNvGrpSpPr/>
          <p:nvPr/>
        </p:nvGrpSpPr>
        <p:grpSpPr>
          <a:xfrm>
            <a:off x="-369723" y="-889486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04FAF64-1F1C-C6E5-E9FB-ABF9218EF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522C693-264C-0B05-AC40-ABD97A258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A74F07-271A-385F-155A-38F162277A4D}"/>
              </a:ext>
            </a:extLst>
          </p:cNvPr>
          <p:cNvCxnSpPr>
            <a:cxnSpLocks/>
          </p:cNvCxnSpPr>
          <p:nvPr/>
        </p:nvCxnSpPr>
        <p:spPr>
          <a:xfrm>
            <a:off x="8276253" y="2118049"/>
            <a:ext cx="447870" cy="3349690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94D609E-66DA-A674-433A-1ADE12ADB0C2}"/>
              </a:ext>
            </a:extLst>
          </p:cNvPr>
          <p:cNvCxnSpPr>
            <a:cxnSpLocks/>
          </p:cNvCxnSpPr>
          <p:nvPr/>
        </p:nvCxnSpPr>
        <p:spPr>
          <a:xfrm flipH="1">
            <a:off x="541176" y="1744824"/>
            <a:ext cx="447869" cy="347098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B317918D-3B4D-C31D-7C8E-9F5079FD6D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9204417" y="488469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F3D5D99-5C7A-10F3-4ED1-7D34C75D9D4F}"/>
              </a:ext>
            </a:extLst>
          </p:cNvPr>
          <p:cNvCxnSpPr>
            <a:cxnSpLocks/>
          </p:cNvCxnSpPr>
          <p:nvPr/>
        </p:nvCxnSpPr>
        <p:spPr>
          <a:xfrm>
            <a:off x="9433249" y="1259633"/>
            <a:ext cx="214604" cy="270587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778FE8-3513-8DD7-74A1-DF2938483557}"/>
              </a:ext>
            </a:extLst>
          </p:cNvPr>
          <p:cNvCxnSpPr>
            <a:cxnSpLocks/>
          </p:cNvCxnSpPr>
          <p:nvPr/>
        </p:nvCxnSpPr>
        <p:spPr>
          <a:xfrm flipV="1">
            <a:off x="989045" y="1530220"/>
            <a:ext cx="167176" cy="214604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14DF67-1D16-4A83-B4F3-3ABB35BE1FEC}"/>
              </a:ext>
            </a:extLst>
          </p:cNvPr>
          <p:cNvCxnSpPr>
            <a:cxnSpLocks/>
          </p:cNvCxnSpPr>
          <p:nvPr/>
        </p:nvCxnSpPr>
        <p:spPr>
          <a:xfrm>
            <a:off x="8109077" y="1959428"/>
            <a:ext cx="167176" cy="158621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77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33ED6-7526-1848-07B2-B761EF8C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F79D30-F2B4-CFF5-6DF3-C0FA000F8BDB}"/>
              </a:ext>
            </a:extLst>
          </p:cNvPr>
          <p:cNvGrpSpPr/>
          <p:nvPr/>
        </p:nvGrpSpPr>
        <p:grpSpPr>
          <a:xfrm>
            <a:off x="5039309" y="0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B49509-39F3-3423-0A25-CB7010A24AF4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FFB3445C-33DE-6172-CF60-28A7CE0AEE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7D3341C4-C6B0-EF38-4615-89974E8373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EA4E27-35EC-3B53-A0A2-EEAAC711D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C0B90E-5A21-4C4C-2F34-332D66A10B54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EA8920B-39F2-F408-E960-23FB39752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9572E83-EE33-3318-2DFE-835DA4AB0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CFF062E-6C83-D014-A417-EA4A570FBA10}"/>
              </a:ext>
            </a:extLst>
          </p:cNvPr>
          <p:cNvCxnSpPr>
            <a:cxnSpLocks/>
          </p:cNvCxnSpPr>
          <p:nvPr/>
        </p:nvCxnSpPr>
        <p:spPr>
          <a:xfrm>
            <a:off x="7458953" y="4758611"/>
            <a:ext cx="1407947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6B43B7D-ED3F-BA10-31AD-AF9388B00BDB}"/>
              </a:ext>
            </a:extLst>
          </p:cNvPr>
          <p:cNvCxnSpPr>
            <a:cxnSpLocks/>
          </p:cNvCxnSpPr>
          <p:nvPr/>
        </p:nvCxnSpPr>
        <p:spPr>
          <a:xfrm>
            <a:off x="3407424" y="4637315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DDEEF2-5E01-F6C0-2AB8-61B44CFEE0DC}"/>
              </a:ext>
            </a:extLst>
          </p:cNvPr>
          <p:cNvCxnSpPr>
            <a:cxnSpLocks/>
          </p:cNvCxnSpPr>
          <p:nvPr/>
        </p:nvCxnSpPr>
        <p:spPr>
          <a:xfrm>
            <a:off x="8145625" y="2575249"/>
            <a:ext cx="0" cy="2183362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2B4FF8-A97D-320D-B0B4-1B1D094F586E}"/>
              </a:ext>
            </a:extLst>
          </p:cNvPr>
          <p:cNvCxnSpPr>
            <a:cxnSpLocks/>
          </p:cNvCxnSpPr>
          <p:nvPr/>
        </p:nvCxnSpPr>
        <p:spPr>
          <a:xfrm>
            <a:off x="4211217" y="2202024"/>
            <a:ext cx="0" cy="243529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234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F592D-6432-7C9F-5F2A-37708079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F2086AE-04F9-73E5-F7F2-FF275B593091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73A6EC4-7FA1-D068-1277-E1222340E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3C0DD41-FBA0-833B-4892-52B947FA3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BC6E54-58DB-711A-CDC9-1E567EDCA8B2}"/>
              </a:ext>
            </a:extLst>
          </p:cNvPr>
          <p:cNvCxnSpPr>
            <a:cxnSpLocks/>
          </p:cNvCxnSpPr>
          <p:nvPr/>
        </p:nvCxnSpPr>
        <p:spPr>
          <a:xfrm>
            <a:off x="3407424" y="4637315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AFDCE-F0E3-678F-3667-0697F3E8015F}"/>
              </a:ext>
            </a:extLst>
          </p:cNvPr>
          <p:cNvSpPr/>
          <p:nvPr/>
        </p:nvSpPr>
        <p:spPr>
          <a:xfrm>
            <a:off x="3259638" y="3526972"/>
            <a:ext cx="1901217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7D713D-7208-D672-1D34-A627AECB4901}"/>
              </a:ext>
            </a:extLst>
          </p:cNvPr>
          <p:cNvCxnSpPr>
            <a:cxnSpLocks/>
          </p:cNvCxnSpPr>
          <p:nvPr/>
        </p:nvCxnSpPr>
        <p:spPr>
          <a:xfrm>
            <a:off x="4211217" y="2202024"/>
            <a:ext cx="0" cy="243529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F2A5221-6E95-86C0-F897-7DD0F0D388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9388" y="1334278"/>
            <a:ext cx="4441372" cy="444137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D9DDD4-6950-49B6-0B4C-D3DA6DC725CF}"/>
              </a:ext>
            </a:extLst>
          </p:cNvPr>
          <p:cNvCxnSpPr>
            <a:cxnSpLocks/>
          </p:cNvCxnSpPr>
          <p:nvPr/>
        </p:nvCxnSpPr>
        <p:spPr>
          <a:xfrm>
            <a:off x="7232771" y="4676596"/>
            <a:ext cx="118215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5E1AF7-DC50-3CFB-E82E-1FABBF5B5B85}"/>
              </a:ext>
            </a:extLst>
          </p:cNvPr>
          <p:cNvCxnSpPr>
            <a:cxnSpLocks/>
          </p:cNvCxnSpPr>
          <p:nvPr/>
        </p:nvCxnSpPr>
        <p:spPr>
          <a:xfrm>
            <a:off x="6634065" y="3429000"/>
            <a:ext cx="598706" cy="120831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4C7CE1-388C-C3FF-F4CE-E42B6C2CC782}"/>
              </a:ext>
            </a:extLst>
          </p:cNvPr>
          <p:cNvCxnSpPr>
            <a:cxnSpLocks/>
          </p:cNvCxnSpPr>
          <p:nvPr/>
        </p:nvCxnSpPr>
        <p:spPr>
          <a:xfrm flipV="1">
            <a:off x="6634065" y="2202024"/>
            <a:ext cx="1073021" cy="1226976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677EB3B-AF15-AADE-5275-DCC99241193B}"/>
              </a:ext>
            </a:extLst>
          </p:cNvPr>
          <p:cNvSpPr/>
          <p:nvPr/>
        </p:nvSpPr>
        <p:spPr>
          <a:xfrm flipH="1">
            <a:off x="6723203" y="3369519"/>
            <a:ext cx="135822" cy="226268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807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0165-9CB8-983C-00BA-C5E1F8CA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F891F3A1-98E6-500D-D889-858DF9AA412B}"/>
              </a:ext>
            </a:extLst>
          </p:cNvPr>
          <p:cNvGrpSpPr/>
          <p:nvPr/>
        </p:nvGrpSpPr>
        <p:grpSpPr>
          <a:xfrm>
            <a:off x="3130028" y="0"/>
            <a:ext cx="6228572" cy="12457144"/>
            <a:chOff x="2128157" y="571500"/>
            <a:chExt cx="2857500" cy="57150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278169B-38D0-1052-C44D-8D18FD0B1E95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A3A6BAD2-C1CE-3297-E22A-384687899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51" name="Graphic 50">
                <a:extLst>
                  <a:ext uri="{FF2B5EF4-FFF2-40B4-BE49-F238E27FC236}">
                    <a16:creationId xmlns:a16="http://schemas.microsoft.com/office/drawing/2014/main" id="{335A4E29-CC3E-588B-CA4B-B859DAAC83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5016A9B4-38E2-716F-8FCB-144246B85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5B3AA88-119B-69B4-BA20-7E5EABB62031}"/>
              </a:ext>
            </a:extLst>
          </p:cNvPr>
          <p:cNvGrpSpPr/>
          <p:nvPr/>
        </p:nvGrpSpPr>
        <p:grpSpPr>
          <a:xfrm>
            <a:off x="3124783" y="0"/>
            <a:ext cx="6228572" cy="12457144"/>
            <a:chOff x="2128157" y="571500"/>
            <a:chExt cx="2857500" cy="5715000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CD0E0A7-C4A7-5FEB-953B-4E0DB87E4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C2650F71-FEE8-E74C-04DB-2D77A8994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CB8F80-6528-36ED-252A-0BB8535A1C0D}"/>
              </a:ext>
            </a:extLst>
          </p:cNvPr>
          <p:cNvGrpSpPr/>
          <p:nvPr/>
        </p:nvGrpSpPr>
        <p:grpSpPr>
          <a:xfrm>
            <a:off x="-742169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FC76909-BD7E-FD28-4E24-0AE0B5F4B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6E5DE13-4043-0419-42B6-36D0D7569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8FC91B7-155D-90E0-0273-03857D849067}"/>
              </a:ext>
            </a:extLst>
          </p:cNvPr>
          <p:cNvGrpSpPr/>
          <p:nvPr/>
        </p:nvGrpSpPr>
        <p:grpSpPr>
          <a:xfrm>
            <a:off x="6906791" y="0"/>
            <a:ext cx="6228572" cy="12457144"/>
            <a:chOff x="2128157" y="571500"/>
            <a:chExt cx="2857500" cy="5715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EB2518-AFA7-ABEA-052D-5CB99F76F2C2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C695259B-ED09-E62D-C946-DF56E7C1E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1BBD0F9E-D14D-B9BE-05A8-6DDC77704A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16603B1-06F4-648E-B621-A1C08E140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BE5ADA-1989-2DC2-2CF5-8289A9BACB23}"/>
              </a:ext>
            </a:extLst>
          </p:cNvPr>
          <p:cNvCxnSpPr>
            <a:cxnSpLocks/>
          </p:cNvCxnSpPr>
          <p:nvPr/>
        </p:nvCxnSpPr>
        <p:spPr>
          <a:xfrm>
            <a:off x="1735494" y="3635834"/>
            <a:ext cx="0" cy="99215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C6EA32-85D3-737F-C769-A5AC6D302E60}"/>
              </a:ext>
            </a:extLst>
          </p:cNvPr>
          <p:cNvCxnSpPr>
            <a:cxnSpLocks/>
          </p:cNvCxnSpPr>
          <p:nvPr/>
        </p:nvCxnSpPr>
        <p:spPr>
          <a:xfrm>
            <a:off x="1502229" y="2192694"/>
            <a:ext cx="233265" cy="144314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5E140E-4E7C-A981-1348-0B1FA77CA0AD}"/>
              </a:ext>
            </a:extLst>
          </p:cNvPr>
          <p:cNvCxnSpPr>
            <a:cxnSpLocks/>
          </p:cNvCxnSpPr>
          <p:nvPr/>
        </p:nvCxnSpPr>
        <p:spPr>
          <a:xfrm>
            <a:off x="5644430" y="3741581"/>
            <a:ext cx="0" cy="1035692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162657-A291-9988-8614-3946185901C5}"/>
              </a:ext>
            </a:extLst>
          </p:cNvPr>
          <p:cNvCxnSpPr>
            <a:cxnSpLocks/>
          </p:cNvCxnSpPr>
          <p:nvPr/>
        </p:nvCxnSpPr>
        <p:spPr>
          <a:xfrm>
            <a:off x="5391838" y="2631233"/>
            <a:ext cx="252592" cy="1110348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76AD54-9526-6A75-F78E-D62AA2282DC6}"/>
              </a:ext>
            </a:extLst>
          </p:cNvPr>
          <p:cNvCxnSpPr>
            <a:cxnSpLocks/>
          </p:cNvCxnSpPr>
          <p:nvPr/>
        </p:nvCxnSpPr>
        <p:spPr>
          <a:xfrm>
            <a:off x="9292808" y="2565918"/>
            <a:ext cx="149772" cy="2211355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026310E-9BCF-668E-AF97-8239E8974239}"/>
              </a:ext>
            </a:extLst>
          </p:cNvPr>
          <p:cNvSpPr txBox="1"/>
          <p:nvPr/>
        </p:nvSpPr>
        <p:spPr>
          <a:xfrm>
            <a:off x="6705599" y="1866121"/>
            <a:ext cx="1315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if volume &amp; bust point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CEA7EB-7923-06B6-DB00-8E86EAA16669}"/>
              </a:ext>
            </a:extLst>
          </p:cNvPr>
          <p:cNvSpPr txBox="1"/>
          <p:nvPr/>
        </p:nvSpPr>
        <p:spPr>
          <a:xfrm>
            <a:off x="10525597" y="1866120"/>
            <a:ext cx="1432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if very flat/ no bust point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396BF67-2DA3-A4C4-9917-122675DBD314}"/>
              </a:ext>
            </a:extLst>
          </p:cNvPr>
          <p:cNvCxnSpPr>
            <a:cxnSpLocks/>
          </p:cNvCxnSpPr>
          <p:nvPr/>
        </p:nvCxnSpPr>
        <p:spPr>
          <a:xfrm>
            <a:off x="5535095" y="4758611"/>
            <a:ext cx="1407947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DC9A3AC-90FC-E2F1-4344-F8F6C628326D}"/>
              </a:ext>
            </a:extLst>
          </p:cNvPr>
          <p:cNvCxnSpPr>
            <a:cxnSpLocks/>
          </p:cNvCxnSpPr>
          <p:nvPr/>
        </p:nvCxnSpPr>
        <p:spPr>
          <a:xfrm>
            <a:off x="9302139" y="4777273"/>
            <a:ext cx="1407947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36C8CC1-A972-BAD2-35AB-802000CF8B16}"/>
              </a:ext>
            </a:extLst>
          </p:cNvPr>
          <p:cNvCxnSpPr>
            <a:cxnSpLocks/>
          </p:cNvCxnSpPr>
          <p:nvPr/>
        </p:nvCxnSpPr>
        <p:spPr>
          <a:xfrm>
            <a:off x="1558214" y="4637315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154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3DBC-D156-357F-7022-DDF348B9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30EF15F-5ED8-4618-D754-357742004613}"/>
              </a:ext>
            </a:extLst>
          </p:cNvPr>
          <p:cNvGrpSpPr/>
          <p:nvPr/>
        </p:nvGrpSpPr>
        <p:grpSpPr>
          <a:xfrm>
            <a:off x="1095961" y="0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8D0FDA1-CEE8-614C-5311-7D2488D0B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734E638-2136-CE07-51B5-5805566DC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23A9D8-5473-8291-5D8F-4D7D54CE50A7}"/>
              </a:ext>
            </a:extLst>
          </p:cNvPr>
          <p:cNvCxnSpPr>
            <a:cxnSpLocks/>
          </p:cNvCxnSpPr>
          <p:nvPr/>
        </p:nvCxnSpPr>
        <p:spPr>
          <a:xfrm>
            <a:off x="3573624" y="3635834"/>
            <a:ext cx="0" cy="99215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E7A52AC-DC94-81F9-A651-6FC1F9D03FE8}"/>
              </a:ext>
            </a:extLst>
          </p:cNvPr>
          <p:cNvCxnSpPr>
            <a:cxnSpLocks/>
          </p:cNvCxnSpPr>
          <p:nvPr/>
        </p:nvCxnSpPr>
        <p:spPr>
          <a:xfrm>
            <a:off x="3396344" y="4637315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47B5676-09E8-921E-F6C5-0EC029EE66C5}"/>
              </a:ext>
            </a:extLst>
          </p:cNvPr>
          <p:cNvGrpSpPr/>
          <p:nvPr/>
        </p:nvGrpSpPr>
        <p:grpSpPr>
          <a:xfrm>
            <a:off x="5258186" y="0"/>
            <a:ext cx="6228572" cy="12457144"/>
            <a:chOff x="4667250" y="571500"/>
            <a:chExt cx="2857500" cy="5715000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10BEB4A9-5EC1-9227-3F72-20915FFF4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034C42C-1F06-B165-08B5-459E29AD9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A41395-4A13-2A45-28AF-1629899B4D19}"/>
              </a:ext>
            </a:extLst>
          </p:cNvPr>
          <p:cNvCxnSpPr>
            <a:cxnSpLocks/>
          </p:cNvCxnSpPr>
          <p:nvPr/>
        </p:nvCxnSpPr>
        <p:spPr>
          <a:xfrm>
            <a:off x="7801164" y="4002833"/>
            <a:ext cx="0" cy="62515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45CFF8-B362-0CE6-6545-A98596EF20FC}"/>
              </a:ext>
            </a:extLst>
          </p:cNvPr>
          <p:cNvCxnSpPr>
            <a:cxnSpLocks/>
          </p:cNvCxnSpPr>
          <p:nvPr/>
        </p:nvCxnSpPr>
        <p:spPr>
          <a:xfrm>
            <a:off x="7558569" y="4637315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143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CDCD-BD1C-C7EC-AF57-3F92F00E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2E3E640-926C-9F8A-D8F0-429D1971BB86}"/>
              </a:ext>
            </a:extLst>
          </p:cNvPr>
          <p:cNvGrpSpPr/>
          <p:nvPr/>
        </p:nvGrpSpPr>
        <p:grpSpPr>
          <a:xfrm>
            <a:off x="3573625" y="-1894115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8E8DE6B-5F47-4F66-9C0B-35FFCB7CE93B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BDCE2EC8-F9BE-B917-1D67-59770E081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BEE23518-D238-8A7A-78C9-D5032558F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909D0EC-8CFF-564D-4923-9CCA98F29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5C80D4E-B92E-F870-0E63-FE96D0107F71}"/>
              </a:ext>
            </a:extLst>
          </p:cNvPr>
          <p:cNvGrpSpPr/>
          <p:nvPr/>
        </p:nvGrpSpPr>
        <p:grpSpPr>
          <a:xfrm>
            <a:off x="-369723" y="-1894115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A37EB54-9C29-B4B5-C07E-FC565E544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13850FA-9E23-F9F6-1004-2294FBB28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DFEB02-D5BD-2F2B-A58A-146777321C7F}"/>
              </a:ext>
            </a:extLst>
          </p:cNvPr>
          <p:cNvCxnSpPr>
            <a:cxnSpLocks/>
          </p:cNvCxnSpPr>
          <p:nvPr/>
        </p:nvCxnSpPr>
        <p:spPr>
          <a:xfrm>
            <a:off x="5962261" y="2845842"/>
            <a:ext cx="774441" cy="622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08E36D-4109-94FE-FD78-45D84E43DA96}"/>
              </a:ext>
            </a:extLst>
          </p:cNvPr>
          <p:cNvCxnSpPr>
            <a:cxnSpLocks/>
          </p:cNvCxnSpPr>
          <p:nvPr/>
        </p:nvCxnSpPr>
        <p:spPr>
          <a:xfrm>
            <a:off x="6241697" y="2852068"/>
            <a:ext cx="117614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5F0A21B-2220-B42F-ED4D-CC9606F9185B}"/>
              </a:ext>
            </a:extLst>
          </p:cNvPr>
          <p:cNvCxnSpPr>
            <a:cxnSpLocks/>
          </p:cNvCxnSpPr>
          <p:nvPr/>
        </p:nvCxnSpPr>
        <p:spPr>
          <a:xfrm>
            <a:off x="1950098" y="2677886"/>
            <a:ext cx="905069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0081BA-93BE-C8A0-EC45-3710BDC644C7}"/>
              </a:ext>
            </a:extLst>
          </p:cNvPr>
          <p:cNvCxnSpPr>
            <a:cxnSpLocks/>
          </p:cNvCxnSpPr>
          <p:nvPr/>
        </p:nvCxnSpPr>
        <p:spPr>
          <a:xfrm>
            <a:off x="2207762" y="2677886"/>
            <a:ext cx="1365863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7C168E2E-CB2D-C8CD-4296-71D3FF9E6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9204417" y="488469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F1EDB3-F6BE-24D9-8C8B-F1045A823622}"/>
              </a:ext>
            </a:extLst>
          </p:cNvPr>
          <p:cNvCxnSpPr>
            <a:cxnSpLocks/>
          </p:cNvCxnSpPr>
          <p:nvPr/>
        </p:nvCxnSpPr>
        <p:spPr>
          <a:xfrm>
            <a:off x="9321282" y="2696548"/>
            <a:ext cx="66295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FB4A07-B07B-9B23-BCBB-6FD24E4F37BD}"/>
              </a:ext>
            </a:extLst>
          </p:cNvPr>
          <p:cNvCxnSpPr>
            <a:cxnSpLocks/>
          </p:cNvCxnSpPr>
          <p:nvPr/>
        </p:nvCxnSpPr>
        <p:spPr>
          <a:xfrm flipH="1">
            <a:off x="11274974" y="2677886"/>
            <a:ext cx="388291" cy="1866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727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D6CE-1649-AC15-3ECF-3BAD9259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B9717E1-A87F-5B43-AD36-589C89F520D5}"/>
              </a:ext>
            </a:extLst>
          </p:cNvPr>
          <p:cNvGrpSpPr/>
          <p:nvPr/>
        </p:nvGrpSpPr>
        <p:grpSpPr>
          <a:xfrm>
            <a:off x="3573625" y="-1894115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E3F33D1-A213-25DC-ADD6-8811F5681C16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E440226C-6BC0-0F3B-A551-EE8100C53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2F305800-CFC3-DB7E-BE7A-B8DE1A706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CF2E1B1-8752-9A20-CC39-C243E571E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F05A33-B759-95A7-4CBA-C2113623AC70}"/>
              </a:ext>
            </a:extLst>
          </p:cNvPr>
          <p:cNvGrpSpPr/>
          <p:nvPr/>
        </p:nvGrpSpPr>
        <p:grpSpPr>
          <a:xfrm>
            <a:off x="-369723" y="-1894115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E68F3B8-C6C3-2E5C-539C-55F26C5A8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401919A-2E67-635A-CFAC-39C37C7F4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9F1508-4909-A76F-8FB4-019571EC3F3D}"/>
              </a:ext>
            </a:extLst>
          </p:cNvPr>
          <p:cNvCxnSpPr>
            <a:cxnSpLocks/>
          </p:cNvCxnSpPr>
          <p:nvPr/>
        </p:nvCxnSpPr>
        <p:spPr>
          <a:xfrm>
            <a:off x="5784496" y="3234618"/>
            <a:ext cx="952206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405D8B-7217-4CCF-F9E8-D7240BA68AD7}"/>
              </a:ext>
            </a:extLst>
          </p:cNvPr>
          <p:cNvCxnSpPr>
            <a:cxnSpLocks/>
          </p:cNvCxnSpPr>
          <p:nvPr/>
        </p:nvCxnSpPr>
        <p:spPr>
          <a:xfrm>
            <a:off x="6241697" y="3234618"/>
            <a:ext cx="1353421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F6A7022-2718-B7C6-45B1-275219A11437}"/>
              </a:ext>
            </a:extLst>
          </p:cNvPr>
          <p:cNvCxnSpPr>
            <a:cxnSpLocks/>
          </p:cNvCxnSpPr>
          <p:nvPr/>
        </p:nvCxnSpPr>
        <p:spPr>
          <a:xfrm>
            <a:off x="1800808" y="3215956"/>
            <a:ext cx="1054359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010B6F-6060-1816-2CCB-32E96796A2D7}"/>
              </a:ext>
            </a:extLst>
          </p:cNvPr>
          <p:cNvCxnSpPr>
            <a:cxnSpLocks/>
          </p:cNvCxnSpPr>
          <p:nvPr/>
        </p:nvCxnSpPr>
        <p:spPr>
          <a:xfrm>
            <a:off x="2207762" y="3215956"/>
            <a:ext cx="1468499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623A895D-619E-8B75-EAC2-FCA7E2B5E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9204417" y="488469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E30B8D-B506-D3EE-B163-8B2936289279}"/>
              </a:ext>
            </a:extLst>
          </p:cNvPr>
          <p:cNvCxnSpPr>
            <a:cxnSpLocks/>
          </p:cNvCxnSpPr>
          <p:nvPr/>
        </p:nvCxnSpPr>
        <p:spPr>
          <a:xfrm>
            <a:off x="9134669" y="2677886"/>
            <a:ext cx="732842" cy="16795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0814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9DA47-4AF6-2F32-6F07-F05B84B2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EB64D9-031C-2A53-AB32-3B19A1E097FB}"/>
              </a:ext>
            </a:extLst>
          </p:cNvPr>
          <p:cNvGrpSpPr/>
          <p:nvPr/>
        </p:nvGrpSpPr>
        <p:grpSpPr>
          <a:xfrm>
            <a:off x="3573625" y="-1894115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A5FC19-8364-D8E9-37D3-78C4F4C540E9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B7B6CA4F-C226-A512-46EC-43C9015BD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B60B0985-896B-EBE9-5473-48507D0D5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066B247-FC92-0CFD-2468-006AD55E6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872AE8-7596-711F-EE64-A6CE92C9807E}"/>
              </a:ext>
            </a:extLst>
          </p:cNvPr>
          <p:cNvGrpSpPr/>
          <p:nvPr/>
        </p:nvGrpSpPr>
        <p:grpSpPr>
          <a:xfrm>
            <a:off x="-369723" y="-1894115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E12D087-58EA-636E-3B17-D34150BB5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4A3EE48-DAD8-6526-33CC-0C967E1D5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30D6FC-14F4-E9D2-483A-8C5D2DAE3BC5}"/>
              </a:ext>
            </a:extLst>
          </p:cNvPr>
          <p:cNvCxnSpPr>
            <a:cxnSpLocks/>
          </p:cNvCxnSpPr>
          <p:nvPr/>
        </p:nvCxnSpPr>
        <p:spPr>
          <a:xfrm>
            <a:off x="5579706" y="4307638"/>
            <a:ext cx="1156996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A5F621-C35D-0C48-6C8C-5159508FB3FA}"/>
              </a:ext>
            </a:extLst>
          </p:cNvPr>
          <p:cNvCxnSpPr>
            <a:cxnSpLocks/>
          </p:cNvCxnSpPr>
          <p:nvPr/>
        </p:nvCxnSpPr>
        <p:spPr>
          <a:xfrm>
            <a:off x="6241697" y="4307638"/>
            <a:ext cx="154936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3C9E80-B30D-D81E-2971-100C6E7CEFA1}"/>
              </a:ext>
            </a:extLst>
          </p:cNvPr>
          <p:cNvCxnSpPr>
            <a:cxnSpLocks/>
          </p:cNvCxnSpPr>
          <p:nvPr/>
        </p:nvCxnSpPr>
        <p:spPr>
          <a:xfrm>
            <a:off x="1688841" y="4093033"/>
            <a:ext cx="1166326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C32D50-772C-C3AA-0A0B-73FF100BD089}"/>
              </a:ext>
            </a:extLst>
          </p:cNvPr>
          <p:cNvCxnSpPr>
            <a:cxnSpLocks/>
          </p:cNvCxnSpPr>
          <p:nvPr/>
        </p:nvCxnSpPr>
        <p:spPr>
          <a:xfrm>
            <a:off x="2207762" y="4093033"/>
            <a:ext cx="1599128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91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80B2-697C-2230-82BE-4CF28C9E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8E91657-E727-5F4F-F04E-EF3EEB563113}"/>
              </a:ext>
            </a:extLst>
          </p:cNvPr>
          <p:cNvGrpSpPr/>
          <p:nvPr/>
        </p:nvGrpSpPr>
        <p:grpSpPr>
          <a:xfrm>
            <a:off x="4851919" y="-1894115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F00F0B6-1336-98B1-AA22-F7C61B825D43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1FBF10BB-E871-7E6A-623D-31C372157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050D8DC2-5B2C-72F0-76BB-75295E34BF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8199291-A4CA-2A39-23E1-53E296C84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4C6BEE6-CFF7-B08D-7603-54CF21A275C1}"/>
              </a:ext>
            </a:extLst>
          </p:cNvPr>
          <p:cNvGrpSpPr/>
          <p:nvPr/>
        </p:nvGrpSpPr>
        <p:grpSpPr>
          <a:xfrm>
            <a:off x="908571" y="-1894115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B363D97-2AED-827C-FD58-322B30998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05E62FB-2C68-2844-3D1C-D71C3DF80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FD4CDC-7793-1699-A9D2-A7FAEC059970}"/>
              </a:ext>
            </a:extLst>
          </p:cNvPr>
          <p:cNvCxnSpPr>
            <a:cxnSpLocks/>
          </p:cNvCxnSpPr>
          <p:nvPr/>
        </p:nvCxnSpPr>
        <p:spPr>
          <a:xfrm>
            <a:off x="7044612" y="3234618"/>
            <a:ext cx="182880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8E6A85-136A-AEF2-D7E6-6830211184D7}"/>
              </a:ext>
            </a:extLst>
          </p:cNvPr>
          <p:cNvCxnSpPr>
            <a:cxnSpLocks/>
          </p:cNvCxnSpPr>
          <p:nvPr/>
        </p:nvCxnSpPr>
        <p:spPr>
          <a:xfrm>
            <a:off x="3088433" y="3215956"/>
            <a:ext cx="186612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4240E91-91C5-041D-5722-7D2C1E2EF03B}"/>
              </a:ext>
            </a:extLst>
          </p:cNvPr>
          <p:cNvCxnSpPr>
            <a:cxnSpLocks/>
          </p:cNvCxnSpPr>
          <p:nvPr/>
        </p:nvCxnSpPr>
        <p:spPr>
          <a:xfrm>
            <a:off x="7240555" y="2852068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886ABC-7D6C-AD89-3120-B44340F2BA77}"/>
              </a:ext>
            </a:extLst>
          </p:cNvPr>
          <p:cNvCxnSpPr>
            <a:cxnSpLocks/>
          </p:cNvCxnSpPr>
          <p:nvPr/>
        </p:nvCxnSpPr>
        <p:spPr>
          <a:xfrm>
            <a:off x="3209731" y="2677886"/>
            <a:ext cx="1642188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16F932-E7CA-8DE9-E11A-573D133A02E9}"/>
              </a:ext>
            </a:extLst>
          </p:cNvPr>
          <p:cNvCxnSpPr>
            <a:cxnSpLocks/>
          </p:cNvCxnSpPr>
          <p:nvPr/>
        </p:nvCxnSpPr>
        <p:spPr>
          <a:xfrm>
            <a:off x="4872522" y="2677886"/>
            <a:ext cx="133739" cy="538070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C594D7-4016-2C82-F231-7031287ACA6F}"/>
              </a:ext>
            </a:extLst>
          </p:cNvPr>
          <p:cNvCxnSpPr>
            <a:cxnSpLocks/>
          </p:cNvCxnSpPr>
          <p:nvPr/>
        </p:nvCxnSpPr>
        <p:spPr>
          <a:xfrm>
            <a:off x="8724514" y="2852068"/>
            <a:ext cx="223544" cy="382550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88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A1C4-59FF-98A9-E312-F771071F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AE81E84-BE1E-1333-E063-1400EFF79661}"/>
              </a:ext>
            </a:extLst>
          </p:cNvPr>
          <p:cNvGrpSpPr/>
          <p:nvPr/>
        </p:nvGrpSpPr>
        <p:grpSpPr>
          <a:xfrm>
            <a:off x="635648" y="-985405"/>
            <a:ext cx="6228572" cy="12457144"/>
            <a:chOff x="4667250" y="571500"/>
            <a:chExt cx="2857500" cy="5715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7CDFF0F-B82F-782A-09DA-4E21F5A7C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8763233F-3816-C75A-795D-AE1EE62E8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4215EBC1-2487-176A-8088-D252E91C8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422AEE-9FD3-CC71-89C9-0BC8EA5A47A1}"/>
              </a:ext>
            </a:extLst>
          </p:cNvPr>
          <p:cNvGrpSpPr/>
          <p:nvPr/>
        </p:nvGrpSpPr>
        <p:grpSpPr>
          <a:xfrm>
            <a:off x="4581331" y="-892099"/>
            <a:ext cx="6228572" cy="12457144"/>
            <a:chOff x="4667250" y="571500"/>
            <a:chExt cx="2857500" cy="5715000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813A8B16-F4E2-6A9D-15BD-1F03C4E2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EA41517-D64E-D3B3-2F1A-F75642A19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243B3B2-8D5F-9709-48C2-423A21455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4F2DDFB-4E3B-9CAF-51FD-326BFE7A2DE4}"/>
              </a:ext>
            </a:extLst>
          </p:cNvPr>
          <p:cNvCxnSpPr>
            <a:cxnSpLocks/>
          </p:cNvCxnSpPr>
          <p:nvPr/>
        </p:nvCxnSpPr>
        <p:spPr>
          <a:xfrm>
            <a:off x="6777910" y="4251655"/>
            <a:ext cx="182880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3033E14-CC4D-6DFE-6A0F-F066947098F7}"/>
              </a:ext>
            </a:extLst>
          </p:cNvPr>
          <p:cNvCxnSpPr>
            <a:cxnSpLocks/>
          </p:cNvCxnSpPr>
          <p:nvPr/>
        </p:nvCxnSpPr>
        <p:spPr>
          <a:xfrm>
            <a:off x="2817845" y="4177009"/>
            <a:ext cx="186612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9D1D0D-1F38-E4C9-F261-3D76A7004110}"/>
              </a:ext>
            </a:extLst>
          </p:cNvPr>
          <p:cNvCxnSpPr>
            <a:cxnSpLocks/>
          </p:cNvCxnSpPr>
          <p:nvPr/>
        </p:nvCxnSpPr>
        <p:spPr>
          <a:xfrm>
            <a:off x="6973853" y="3869105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5F1431-5F74-DD35-0190-B113DF21734E}"/>
              </a:ext>
            </a:extLst>
          </p:cNvPr>
          <p:cNvCxnSpPr>
            <a:cxnSpLocks/>
          </p:cNvCxnSpPr>
          <p:nvPr/>
        </p:nvCxnSpPr>
        <p:spPr>
          <a:xfrm>
            <a:off x="2939143" y="3638939"/>
            <a:ext cx="1642188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E01156-6950-E4B3-6DCB-06B759835943}"/>
              </a:ext>
            </a:extLst>
          </p:cNvPr>
          <p:cNvCxnSpPr>
            <a:cxnSpLocks/>
          </p:cNvCxnSpPr>
          <p:nvPr/>
        </p:nvCxnSpPr>
        <p:spPr>
          <a:xfrm>
            <a:off x="3749934" y="3638939"/>
            <a:ext cx="10303" cy="53807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60D786-6047-6F43-460E-836061F6E6D4}"/>
              </a:ext>
            </a:extLst>
          </p:cNvPr>
          <p:cNvCxnSpPr>
            <a:cxnSpLocks/>
          </p:cNvCxnSpPr>
          <p:nvPr/>
        </p:nvCxnSpPr>
        <p:spPr>
          <a:xfrm>
            <a:off x="7701641" y="3869105"/>
            <a:ext cx="0" cy="38255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115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15A68-413A-ABE4-44F1-D18AC6B1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6E5C6EF-D0CF-DD31-C8D6-3BB6B91161F2}"/>
              </a:ext>
            </a:extLst>
          </p:cNvPr>
          <p:cNvGrpSpPr/>
          <p:nvPr/>
        </p:nvGrpSpPr>
        <p:grpSpPr>
          <a:xfrm>
            <a:off x="4851919" y="-1894115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F1237B6-B8C9-B2A6-2368-4C3F7D41CC22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D21A5CD8-D978-A2DC-6CA4-24F48F97D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8F3C84F4-80A5-5AF3-DB11-8726F7E910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3886160-A4B9-882C-F46F-68897E621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9477599-3058-C2D3-3D3B-59CD711F4E59}"/>
              </a:ext>
            </a:extLst>
          </p:cNvPr>
          <p:cNvGrpSpPr/>
          <p:nvPr/>
        </p:nvGrpSpPr>
        <p:grpSpPr>
          <a:xfrm>
            <a:off x="908571" y="-1894115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CCA45A3-3633-86DB-9592-8601CCA4A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2CBF99C-4308-2089-D67C-C972DECDD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FDCD96C-F890-377A-6CBD-30B04D073421}"/>
              </a:ext>
            </a:extLst>
          </p:cNvPr>
          <p:cNvCxnSpPr>
            <a:cxnSpLocks/>
          </p:cNvCxnSpPr>
          <p:nvPr/>
        </p:nvCxnSpPr>
        <p:spPr>
          <a:xfrm>
            <a:off x="7240555" y="2852068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5F5337-15AC-1C3A-9EB3-73F172409482}"/>
              </a:ext>
            </a:extLst>
          </p:cNvPr>
          <p:cNvCxnSpPr>
            <a:cxnSpLocks/>
          </p:cNvCxnSpPr>
          <p:nvPr/>
        </p:nvCxnSpPr>
        <p:spPr>
          <a:xfrm>
            <a:off x="3209731" y="2677886"/>
            <a:ext cx="1642188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C1843B-F731-236B-574D-036BFBFB1C32}"/>
              </a:ext>
            </a:extLst>
          </p:cNvPr>
          <p:cNvCxnSpPr>
            <a:cxnSpLocks/>
          </p:cNvCxnSpPr>
          <p:nvPr/>
        </p:nvCxnSpPr>
        <p:spPr>
          <a:xfrm>
            <a:off x="6848669" y="4307638"/>
            <a:ext cx="222068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06BBAE-15D4-1BA5-2798-F804031D11C7}"/>
              </a:ext>
            </a:extLst>
          </p:cNvPr>
          <p:cNvCxnSpPr>
            <a:cxnSpLocks/>
          </p:cNvCxnSpPr>
          <p:nvPr/>
        </p:nvCxnSpPr>
        <p:spPr>
          <a:xfrm>
            <a:off x="2957804" y="4093033"/>
            <a:ext cx="212738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39D318-D52B-9AFE-7591-5C35651D5B8B}"/>
              </a:ext>
            </a:extLst>
          </p:cNvPr>
          <p:cNvCxnSpPr>
            <a:cxnSpLocks/>
          </p:cNvCxnSpPr>
          <p:nvPr/>
        </p:nvCxnSpPr>
        <p:spPr>
          <a:xfrm>
            <a:off x="4030825" y="2677886"/>
            <a:ext cx="7780" cy="1388328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401EDEB-3721-5331-2E3A-306A1B64089F}"/>
              </a:ext>
            </a:extLst>
          </p:cNvPr>
          <p:cNvCxnSpPr>
            <a:cxnSpLocks/>
          </p:cNvCxnSpPr>
          <p:nvPr/>
        </p:nvCxnSpPr>
        <p:spPr>
          <a:xfrm>
            <a:off x="7958237" y="2852068"/>
            <a:ext cx="0" cy="145557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9433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C058-A3EE-7687-9A84-0347CCBC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C02A16A-3374-54A0-1EDB-5DA5F189F973}"/>
              </a:ext>
            </a:extLst>
          </p:cNvPr>
          <p:cNvGrpSpPr/>
          <p:nvPr/>
        </p:nvGrpSpPr>
        <p:grpSpPr>
          <a:xfrm>
            <a:off x="4851919" y="-1894115"/>
            <a:ext cx="6228572" cy="12457144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362544-132C-C0B2-931D-2F56859E66F3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8FD8516E-F20C-D8A1-5858-C699AB957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7181C268-B2D5-433C-58BA-7AE67B2AC9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B061B15-094F-7DAA-76DE-CEF30D3EF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F36A5F0-BCBF-DA56-EA78-981A0C0DC1BA}"/>
              </a:ext>
            </a:extLst>
          </p:cNvPr>
          <p:cNvGrpSpPr/>
          <p:nvPr/>
        </p:nvGrpSpPr>
        <p:grpSpPr>
          <a:xfrm>
            <a:off x="908571" y="-1894115"/>
            <a:ext cx="6228572" cy="12457144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952D85D-5FBD-0546-CA65-1966ECC9E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6090F01-08FA-BD63-4CB7-55BE05512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779A4A3-31EC-A012-ED64-500D0366F41F}"/>
              </a:ext>
            </a:extLst>
          </p:cNvPr>
          <p:cNvCxnSpPr>
            <a:cxnSpLocks/>
          </p:cNvCxnSpPr>
          <p:nvPr/>
        </p:nvCxnSpPr>
        <p:spPr>
          <a:xfrm>
            <a:off x="7240555" y="2852068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96C76A-EB94-0C96-B9A8-F030F5B59450}"/>
              </a:ext>
            </a:extLst>
          </p:cNvPr>
          <p:cNvCxnSpPr>
            <a:cxnSpLocks/>
          </p:cNvCxnSpPr>
          <p:nvPr/>
        </p:nvCxnSpPr>
        <p:spPr>
          <a:xfrm>
            <a:off x="3209731" y="2677886"/>
            <a:ext cx="1642188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44BA19-6EC5-600F-BC9B-B97DFA673AAB}"/>
              </a:ext>
            </a:extLst>
          </p:cNvPr>
          <p:cNvCxnSpPr>
            <a:cxnSpLocks/>
          </p:cNvCxnSpPr>
          <p:nvPr/>
        </p:nvCxnSpPr>
        <p:spPr>
          <a:xfrm>
            <a:off x="5056801" y="3429000"/>
            <a:ext cx="84369" cy="664033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852B1F-4116-212C-7E51-4577AC3750F4}"/>
              </a:ext>
            </a:extLst>
          </p:cNvPr>
          <p:cNvCxnSpPr>
            <a:cxnSpLocks/>
          </p:cNvCxnSpPr>
          <p:nvPr/>
        </p:nvCxnSpPr>
        <p:spPr>
          <a:xfrm>
            <a:off x="6848669" y="4307638"/>
            <a:ext cx="222068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A5FA8D-DBD6-CCA2-FE16-2FBDEEB95279}"/>
              </a:ext>
            </a:extLst>
          </p:cNvPr>
          <p:cNvCxnSpPr>
            <a:cxnSpLocks/>
          </p:cNvCxnSpPr>
          <p:nvPr/>
        </p:nvCxnSpPr>
        <p:spPr>
          <a:xfrm>
            <a:off x="2957804" y="4093033"/>
            <a:ext cx="212738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DC0F91-C162-D5F7-E6C9-759F43B68C10}"/>
              </a:ext>
            </a:extLst>
          </p:cNvPr>
          <p:cNvCxnSpPr>
            <a:cxnSpLocks/>
          </p:cNvCxnSpPr>
          <p:nvPr/>
        </p:nvCxnSpPr>
        <p:spPr>
          <a:xfrm>
            <a:off x="4870581" y="2696547"/>
            <a:ext cx="186220" cy="732453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5AFF0C-782A-23F6-9E96-7FDADF06E2FB}"/>
              </a:ext>
            </a:extLst>
          </p:cNvPr>
          <p:cNvCxnSpPr>
            <a:cxnSpLocks/>
          </p:cNvCxnSpPr>
          <p:nvPr/>
        </p:nvCxnSpPr>
        <p:spPr>
          <a:xfrm>
            <a:off x="9000149" y="3429000"/>
            <a:ext cx="150852" cy="87863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6E7D81-FC9D-5C8E-0E52-5F0FEFA20DD4}"/>
              </a:ext>
            </a:extLst>
          </p:cNvPr>
          <p:cNvCxnSpPr>
            <a:cxnSpLocks/>
          </p:cNvCxnSpPr>
          <p:nvPr/>
        </p:nvCxnSpPr>
        <p:spPr>
          <a:xfrm>
            <a:off x="8752117" y="2852068"/>
            <a:ext cx="248032" cy="576932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143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D424-5115-D988-A6A2-E7472C41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2D5843A-A289-D297-17B2-14D64A069F51}"/>
              </a:ext>
            </a:extLst>
          </p:cNvPr>
          <p:cNvGrpSpPr/>
          <p:nvPr/>
        </p:nvGrpSpPr>
        <p:grpSpPr>
          <a:xfrm>
            <a:off x="907208" y="-1892941"/>
            <a:ext cx="6228572" cy="12457144"/>
            <a:chOff x="4667250" y="571500"/>
            <a:chExt cx="2857500" cy="571500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F423DD3-1C00-FB79-6200-CCD5B6CD0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C52E36F-ED2D-99C4-A6DD-620391DED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B6F72B9-EB15-83E2-A568-044F8C6BC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092CD7-1281-360E-A24C-70594ED3B188}"/>
              </a:ext>
            </a:extLst>
          </p:cNvPr>
          <p:cNvGrpSpPr/>
          <p:nvPr/>
        </p:nvGrpSpPr>
        <p:grpSpPr>
          <a:xfrm>
            <a:off x="4851919" y="-1892941"/>
            <a:ext cx="6228572" cy="12457144"/>
            <a:chOff x="4667250" y="571500"/>
            <a:chExt cx="2857500" cy="5715000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8EECFFC8-EA69-4DFD-CF5A-C1C53323F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1D55A42-6AAF-3D1A-01A7-B59ADD192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85BF3A5-A806-4A53-521B-00BB776DF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0941426-40C2-C17F-B2B7-512859C47601}"/>
              </a:ext>
            </a:extLst>
          </p:cNvPr>
          <p:cNvCxnSpPr>
            <a:cxnSpLocks/>
          </p:cNvCxnSpPr>
          <p:nvPr/>
        </p:nvCxnSpPr>
        <p:spPr>
          <a:xfrm>
            <a:off x="7240555" y="2852068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5611D0-F003-40C6-69AC-833C3587B1C9}"/>
              </a:ext>
            </a:extLst>
          </p:cNvPr>
          <p:cNvCxnSpPr>
            <a:cxnSpLocks/>
          </p:cNvCxnSpPr>
          <p:nvPr/>
        </p:nvCxnSpPr>
        <p:spPr>
          <a:xfrm>
            <a:off x="3209731" y="2677886"/>
            <a:ext cx="1642188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3F970A-382A-AA4D-5B7D-97795198BC49}"/>
              </a:ext>
            </a:extLst>
          </p:cNvPr>
          <p:cNvCxnSpPr>
            <a:cxnSpLocks/>
          </p:cNvCxnSpPr>
          <p:nvPr/>
        </p:nvCxnSpPr>
        <p:spPr>
          <a:xfrm>
            <a:off x="4030825" y="2677886"/>
            <a:ext cx="7780" cy="1388328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39E489-AA59-7648-6753-AC249BECFB3B}"/>
              </a:ext>
            </a:extLst>
          </p:cNvPr>
          <p:cNvCxnSpPr>
            <a:cxnSpLocks/>
          </p:cNvCxnSpPr>
          <p:nvPr/>
        </p:nvCxnSpPr>
        <p:spPr>
          <a:xfrm>
            <a:off x="7958237" y="2852068"/>
            <a:ext cx="0" cy="145557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C218AF-CBF7-4CDA-C87E-7733E5A4F56F}"/>
              </a:ext>
            </a:extLst>
          </p:cNvPr>
          <p:cNvCxnSpPr>
            <a:cxnSpLocks/>
          </p:cNvCxnSpPr>
          <p:nvPr/>
        </p:nvCxnSpPr>
        <p:spPr>
          <a:xfrm>
            <a:off x="6848669" y="4307638"/>
            <a:ext cx="222068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14100E-6AFA-1A53-2B68-F4D94784DCBE}"/>
              </a:ext>
            </a:extLst>
          </p:cNvPr>
          <p:cNvCxnSpPr>
            <a:cxnSpLocks/>
          </p:cNvCxnSpPr>
          <p:nvPr/>
        </p:nvCxnSpPr>
        <p:spPr>
          <a:xfrm>
            <a:off x="2957804" y="4093033"/>
            <a:ext cx="212738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9920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C425-2C19-1A71-57D7-DB64DC5A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7CDA848-34DC-57AB-F50B-6A5710B5282B}"/>
              </a:ext>
            </a:extLst>
          </p:cNvPr>
          <p:cNvGrpSpPr/>
          <p:nvPr/>
        </p:nvGrpSpPr>
        <p:grpSpPr>
          <a:xfrm>
            <a:off x="5333805" y="-2740870"/>
            <a:ext cx="4846088" cy="9692176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0AB4B2-48E1-274C-32DC-D3180D43600B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C3F2B562-CB02-D4BD-D3AC-5F8E6E9CD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0C1323F0-833F-0B45-7630-FBC71CC79E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AA43F7D-A668-DA9C-619B-E0A59D639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9A717B-DDF1-5A50-6F11-4B47D21AC723}"/>
              </a:ext>
            </a:extLst>
          </p:cNvPr>
          <p:cNvGrpSpPr/>
          <p:nvPr/>
        </p:nvGrpSpPr>
        <p:grpSpPr>
          <a:xfrm>
            <a:off x="1660849" y="-2927482"/>
            <a:ext cx="4846088" cy="9692176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6887257-1A45-E314-E684-B25B8F6D5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5C3D1B4-C2C0-37B1-B3B0-BEB8EB7A7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9CF2A32-4412-22F1-8EDC-C21C4F979F53}"/>
              </a:ext>
            </a:extLst>
          </p:cNvPr>
          <p:cNvCxnSpPr>
            <a:cxnSpLocks/>
          </p:cNvCxnSpPr>
          <p:nvPr/>
        </p:nvCxnSpPr>
        <p:spPr>
          <a:xfrm>
            <a:off x="7756848" y="2258008"/>
            <a:ext cx="0" cy="4096139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2E4B3-F803-3473-E187-6CE051A9D282}"/>
              </a:ext>
            </a:extLst>
          </p:cNvPr>
          <p:cNvCxnSpPr>
            <a:cxnSpLocks/>
          </p:cNvCxnSpPr>
          <p:nvPr/>
        </p:nvCxnSpPr>
        <p:spPr>
          <a:xfrm>
            <a:off x="4083893" y="2105218"/>
            <a:ext cx="0" cy="4248929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80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2F20-8645-BCC4-63E1-9CB26B33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8A46C17-3472-6A4F-1A34-3B4E2AA6E9CF}"/>
              </a:ext>
            </a:extLst>
          </p:cNvPr>
          <p:cNvCxnSpPr>
            <a:cxnSpLocks/>
          </p:cNvCxnSpPr>
          <p:nvPr/>
        </p:nvCxnSpPr>
        <p:spPr>
          <a:xfrm>
            <a:off x="8717900" y="2164702"/>
            <a:ext cx="0" cy="418944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BEA082-1F94-759C-D835-BC0D18073941}"/>
              </a:ext>
            </a:extLst>
          </p:cNvPr>
          <p:cNvCxnSpPr>
            <a:cxnSpLocks/>
          </p:cNvCxnSpPr>
          <p:nvPr/>
        </p:nvCxnSpPr>
        <p:spPr>
          <a:xfrm flipH="1">
            <a:off x="3104179" y="1390261"/>
            <a:ext cx="127225" cy="486591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5C46B48-FF06-2C87-4EFC-6B2CC9306483}"/>
              </a:ext>
            </a:extLst>
          </p:cNvPr>
          <p:cNvGrpSpPr/>
          <p:nvPr/>
        </p:nvGrpSpPr>
        <p:grpSpPr>
          <a:xfrm>
            <a:off x="5333805" y="-2740870"/>
            <a:ext cx="4846088" cy="9692176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882DAC1-0C03-3048-7CE2-F5FBCB2DA5F0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F9EC7175-20CF-9A1A-54E1-6F8F0477F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FDB77ABD-D10C-289B-EE95-8D86EB3465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9062963-56B3-DF09-0DE3-154F4E2EE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0F903D4-6383-6988-EDEE-77122F4E6B28}"/>
              </a:ext>
            </a:extLst>
          </p:cNvPr>
          <p:cNvGrpSpPr/>
          <p:nvPr/>
        </p:nvGrpSpPr>
        <p:grpSpPr>
          <a:xfrm>
            <a:off x="1660849" y="-2927482"/>
            <a:ext cx="4846088" cy="9692176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1037EEB-8542-1D27-755F-22D972896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AC03F95-D848-45D2-9D30-73A345122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8EF3AA6-1B15-5D21-9C4B-B5053D7193D4}"/>
              </a:ext>
            </a:extLst>
          </p:cNvPr>
          <p:cNvCxnSpPr>
            <a:cxnSpLocks/>
          </p:cNvCxnSpPr>
          <p:nvPr/>
        </p:nvCxnSpPr>
        <p:spPr>
          <a:xfrm flipV="1">
            <a:off x="3231404" y="625151"/>
            <a:ext cx="177282" cy="765110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CC5053-6ED8-3DA4-1220-60CB987DF210}"/>
              </a:ext>
            </a:extLst>
          </p:cNvPr>
          <p:cNvCxnSpPr>
            <a:cxnSpLocks/>
          </p:cNvCxnSpPr>
          <p:nvPr/>
        </p:nvCxnSpPr>
        <p:spPr>
          <a:xfrm>
            <a:off x="7221894" y="967284"/>
            <a:ext cx="110101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C199AA-02FE-BB30-0144-C38B86212EA0}"/>
              </a:ext>
            </a:extLst>
          </p:cNvPr>
          <p:cNvCxnSpPr>
            <a:cxnSpLocks/>
          </p:cNvCxnSpPr>
          <p:nvPr/>
        </p:nvCxnSpPr>
        <p:spPr>
          <a:xfrm>
            <a:off x="3470989" y="671804"/>
            <a:ext cx="123164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71C96A-626F-9040-580E-2EDD18CACE21}"/>
              </a:ext>
            </a:extLst>
          </p:cNvPr>
          <p:cNvCxnSpPr>
            <a:cxnSpLocks/>
          </p:cNvCxnSpPr>
          <p:nvPr/>
        </p:nvCxnSpPr>
        <p:spPr>
          <a:xfrm flipH="1" flipV="1">
            <a:off x="8406882" y="967284"/>
            <a:ext cx="167951" cy="422977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DB4DD9-363A-3298-D4E3-4641C7A68C95}"/>
              </a:ext>
            </a:extLst>
          </p:cNvPr>
          <p:cNvCxnSpPr>
            <a:cxnSpLocks/>
          </p:cNvCxnSpPr>
          <p:nvPr/>
        </p:nvCxnSpPr>
        <p:spPr>
          <a:xfrm flipH="1" flipV="1">
            <a:off x="8565697" y="1365384"/>
            <a:ext cx="152203" cy="79931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508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7DDE-55C2-E15D-C4A6-D29AF92C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0C26EC5-1A94-F107-BBC8-C18CE3E80CC7}"/>
              </a:ext>
            </a:extLst>
          </p:cNvPr>
          <p:cNvGrpSpPr/>
          <p:nvPr/>
        </p:nvGrpSpPr>
        <p:grpSpPr>
          <a:xfrm>
            <a:off x="5333805" y="-2740870"/>
            <a:ext cx="4846088" cy="9692176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CAAEF2-C7B2-5833-B339-07D91882F3B9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A6C9D842-3E91-90A0-6571-0478D20935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31C5DB0F-AB67-A575-BDE1-2B2A6AD00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8E3D6F4-52ED-4AF2-229C-9623EE252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2A13C24-6772-1BA4-4E26-601162BDC49C}"/>
              </a:ext>
            </a:extLst>
          </p:cNvPr>
          <p:cNvGrpSpPr/>
          <p:nvPr/>
        </p:nvGrpSpPr>
        <p:grpSpPr>
          <a:xfrm>
            <a:off x="1660849" y="-2927482"/>
            <a:ext cx="4846088" cy="9692176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4239CF4-C312-14F0-1073-2919D3E84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9032068-1C37-0DB4-47A0-A0D142FDB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4D379B-9852-151A-FAAA-184D412233E2}"/>
              </a:ext>
            </a:extLst>
          </p:cNvPr>
          <p:cNvCxnSpPr>
            <a:cxnSpLocks/>
          </p:cNvCxnSpPr>
          <p:nvPr/>
        </p:nvCxnSpPr>
        <p:spPr>
          <a:xfrm>
            <a:off x="7221894" y="967284"/>
            <a:ext cx="110101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21727D-C7AB-5693-012D-FE211FD86A15}"/>
              </a:ext>
            </a:extLst>
          </p:cNvPr>
          <p:cNvCxnSpPr>
            <a:cxnSpLocks/>
          </p:cNvCxnSpPr>
          <p:nvPr/>
        </p:nvCxnSpPr>
        <p:spPr>
          <a:xfrm>
            <a:off x="3470989" y="671804"/>
            <a:ext cx="123164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ABE3B7-7BD0-3AC5-AB6B-0F84E177496E}"/>
              </a:ext>
            </a:extLst>
          </p:cNvPr>
          <p:cNvCxnSpPr>
            <a:cxnSpLocks/>
          </p:cNvCxnSpPr>
          <p:nvPr/>
        </p:nvCxnSpPr>
        <p:spPr>
          <a:xfrm>
            <a:off x="4083893" y="671804"/>
            <a:ext cx="0" cy="5673012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D563746-6E4E-0765-1B88-994007DEB574}"/>
              </a:ext>
            </a:extLst>
          </p:cNvPr>
          <p:cNvCxnSpPr>
            <a:cxnSpLocks/>
          </p:cNvCxnSpPr>
          <p:nvPr/>
        </p:nvCxnSpPr>
        <p:spPr>
          <a:xfrm>
            <a:off x="7756849" y="967284"/>
            <a:ext cx="15551" cy="5489500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2077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4222-7D1C-AE7B-F8BD-76197C6B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AFA128E-4C80-CC27-A017-FE3D59759A79}"/>
              </a:ext>
            </a:extLst>
          </p:cNvPr>
          <p:cNvGrpSpPr/>
          <p:nvPr/>
        </p:nvGrpSpPr>
        <p:grpSpPr>
          <a:xfrm>
            <a:off x="5333806" y="-2740870"/>
            <a:ext cx="4846087" cy="9692174"/>
            <a:chOff x="8892074" y="164842"/>
            <a:chExt cx="3299926" cy="659985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EE80B2-C099-CED0-0A1C-436B362277F7}"/>
                </a:ext>
              </a:extLst>
            </p:cNvPr>
            <p:cNvGrpSpPr/>
            <p:nvPr/>
          </p:nvGrpSpPr>
          <p:grpSpPr>
            <a:xfrm>
              <a:off x="8892074" y="164842"/>
              <a:ext cx="3299926" cy="6599852"/>
              <a:chOff x="4667250" y="571500"/>
              <a:chExt cx="2857500" cy="5715000"/>
            </a:xfrm>
          </p:grpSpPr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6B24B514-536A-67B4-6642-AFD60FB21E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b="9897"/>
              <a:stretch>
                <a:fillRect/>
              </a:stretch>
            </p:blipFill>
            <p:spPr>
              <a:xfrm>
                <a:off x="4667250" y="571500"/>
                <a:ext cx="2857500" cy="5149425"/>
              </a:xfrm>
              <a:prstGeom prst="rect">
                <a:avLst/>
              </a:prstGeom>
            </p:spPr>
          </p:pic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D5C712F2-5666-DA48-B467-3F0701D92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7" name="Graphic 36">
                <a:extLst>
                  <a:ext uri="{FF2B5EF4-FFF2-40B4-BE49-F238E27FC236}">
                    <a16:creationId xmlns:a16="http://schemas.microsoft.com/office/drawing/2014/main" id="{F1EEC347-26F2-AA3A-9713-3653DBFB9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D4658D07-E844-346C-9983-13FFC0E22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5101" t="89951"/>
            <a:stretch>
              <a:fillRect/>
            </a:stretch>
          </p:blipFill>
          <p:spPr>
            <a:xfrm rot="20400000">
              <a:off x="10695421" y="5896326"/>
              <a:ext cx="1481621" cy="663252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10E30FC1-5FE7-FA05-D239-72071991A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5101" t="89951"/>
            <a:stretch>
              <a:fillRect/>
            </a:stretch>
          </p:blipFill>
          <p:spPr>
            <a:xfrm rot="1200000" flipH="1">
              <a:off x="8903782" y="5909369"/>
              <a:ext cx="1475437" cy="660445"/>
            </a:xfrm>
            <a:prstGeom prst="rect">
              <a:avLst/>
            </a:prstGeom>
          </p:spPr>
        </p:pic>
        <p:sp>
          <p:nvSpPr>
            <p:cNvPr id="40" name="Trapezoid 39">
              <a:extLst>
                <a:ext uri="{FF2B5EF4-FFF2-40B4-BE49-F238E27FC236}">
                  <a16:creationId xmlns:a16="http://schemas.microsoft.com/office/drawing/2014/main" id="{5C9F36EF-57AE-5AD2-88A0-963EF499F608}"/>
                </a:ext>
              </a:extLst>
            </p:cNvPr>
            <p:cNvSpPr/>
            <p:nvPr/>
          </p:nvSpPr>
          <p:spPr>
            <a:xfrm flipV="1">
              <a:off x="10184859" y="6075618"/>
              <a:ext cx="710119" cy="362504"/>
            </a:xfrm>
            <a:prstGeom prst="trapezoid">
              <a:avLst>
                <a:gd name="adj" fmla="val 115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34BD0A-DAF5-7767-3F30-1EE31A702D09}"/>
              </a:ext>
            </a:extLst>
          </p:cNvPr>
          <p:cNvGrpSpPr/>
          <p:nvPr/>
        </p:nvGrpSpPr>
        <p:grpSpPr>
          <a:xfrm>
            <a:off x="1660850" y="-2927482"/>
            <a:ext cx="4846087" cy="9692174"/>
            <a:chOff x="6281445" y="71536"/>
            <a:chExt cx="3299926" cy="6599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85D098-932F-8253-C255-411D086A7078}"/>
                </a:ext>
              </a:extLst>
            </p:cNvPr>
            <p:cNvGrpSpPr/>
            <p:nvPr/>
          </p:nvGrpSpPr>
          <p:grpSpPr>
            <a:xfrm>
              <a:off x="6281445" y="71536"/>
              <a:ext cx="3299926" cy="6599852"/>
              <a:chOff x="4667250" y="571500"/>
              <a:chExt cx="2857500" cy="5715000"/>
            </a:xfrm>
          </p:grpSpPr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A159E286-4D9C-3FC0-0417-D596DAB15A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b="8482"/>
              <a:stretch>
                <a:fillRect/>
              </a:stretch>
            </p:blipFill>
            <p:spPr>
              <a:xfrm>
                <a:off x="4667250" y="571500"/>
                <a:ext cx="2857500" cy="5230221"/>
              </a:xfrm>
              <a:prstGeom prst="rect">
                <a:avLst/>
              </a:prstGeom>
            </p:spPr>
          </p:pic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B4C11266-A706-B7CD-0B34-1BAB077B0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3" name="Graphic 32">
                <a:extLst>
                  <a:ext uri="{FF2B5EF4-FFF2-40B4-BE49-F238E27FC236}">
                    <a16:creationId xmlns:a16="http://schemas.microsoft.com/office/drawing/2014/main" id="{40B7F232-4685-99D8-972C-BD9324F3FC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3D16F780-27F1-9A00-9175-4DBB0ED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5101" t="89951"/>
            <a:stretch>
              <a:fillRect/>
            </a:stretch>
          </p:blipFill>
          <p:spPr>
            <a:xfrm rot="20400000">
              <a:off x="8086687" y="5910342"/>
              <a:ext cx="1481621" cy="663252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D39F5DA4-C372-056A-FB4C-E8EC03F02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5101" t="89951"/>
            <a:stretch>
              <a:fillRect/>
            </a:stretch>
          </p:blipFill>
          <p:spPr>
            <a:xfrm rot="1200000" flipH="1">
              <a:off x="6295048" y="5923385"/>
              <a:ext cx="1475437" cy="660445"/>
            </a:xfrm>
            <a:prstGeom prst="rect">
              <a:avLst/>
            </a:prstGeom>
          </p:spPr>
        </p:pic>
        <p:sp>
          <p:nvSpPr>
            <p:cNvPr id="43" name="Trapezoid 42">
              <a:extLst>
                <a:ext uri="{FF2B5EF4-FFF2-40B4-BE49-F238E27FC236}">
                  <a16:creationId xmlns:a16="http://schemas.microsoft.com/office/drawing/2014/main" id="{CAF5903A-698B-114C-4D94-CFF14C875E36}"/>
                </a:ext>
              </a:extLst>
            </p:cNvPr>
            <p:cNvSpPr/>
            <p:nvPr/>
          </p:nvSpPr>
          <p:spPr>
            <a:xfrm flipV="1">
              <a:off x="7576125" y="6089634"/>
              <a:ext cx="710119" cy="362504"/>
            </a:xfrm>
            <a:prstGeom prst="trapezoid">
              <a:avLst>
                <a:gd name="adj" fmla="val 115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965E44-9A32-5BC7-EF60-ED8808A82C0F}"/>
              </a:ext>
            </a:extLst>
          </p:cNvPr>
          <p:cNvCxnSpPr>
            <a:cxnSpLocks/>
          </p:cNvCxnSpPr>
          <p:nvPr/>
        </p:nvCxnSpPr>
        <p:spPr>
          <a:xfrm>
            <a:off x="7221894" y="967284"/>
            <a:ext cx="110101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05BAEA-1376-6D42-1F17-4BBEE8E19B23}"/>
              </a:ext>
            </a:extLst>
          </p:cNvPr>
          <p:cNvCxnSpPr>
            <a:cxnSpLocks/>
          </p:cNvCxnSpPr>
          <p:nvPr/>
        </p:nvCxnSpPr>
        <p:spPr>
          <a:xfrm>
            <a:off x="3470989" y="671804"/>
            <a:ext cx="1231640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2E3EE0-FBAA-F8B5-EB9E-9A8301C8B055}"/>
              </a:ext>
            </a:extLst>
          </p:cNvPr>
          <p:cNvCxnSpPr>
            <a:cxnSpLocks/>
          </p:cNvCxnSpPr>
          <p:nvPr/>
        </p:nvCxnSpPr>
        <p:spPr>
          <a:xfrm flipH="1">
            <a:off x="4083565" y="671804"/>
            <a:ext cx="328" cy="5607698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F16B7B2-F373-7D33-A9F5-D627EDDF9F98}"/>
              </a:ext>
            </a:extLst>
          </p:cNvPr>
          <p:cNvCxnSpPr>
            <a:cxnSpLocks/>
          </p:cNvCxnSpPr>
          <p:nvPr/>
        </p:nvCxnSpPr>
        <p:spPr>
          <a:xfrm>
            <a:off x="7756849" y="967284"/>
            <a:ext cx="0" cy="5377532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8955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C9BA3-C45E-EAE8-59A2-4CC28CEB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54A4DDC-5E4B-445D-346D-74A84E59EE30}"/>
              </a:ext>
            </a:extLst>
          </p:cNvPr>
          <p:cNvGrpSpPr/>
          <p:nvPr/>
        </p:nvGrpSpPr>
        <p:grpSpPr>
          <a:xfrm>
            <a:off x="5333805" y="-2740870"/>
            <a:ext cx="4846088" cy="9692176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3427E5-124E-607A-07E9-C0E1C787EACA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5BD92EA4-13E5-9553-70EB-27D765416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EA9853FC-3653-27FC-2CAE-6F34A01E8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50CAB4E-FAA9-D90C-D40B-D64D5E214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B63CB9A-5020-75A7-41A5-E65AC6AD9E4A}"/>
              </a:ext>
            </a:extLst>
          </p:cNvPr>
          <p:cNvGrpSpPr/>
          <p:nvPr/>
        </p:nvGrpSpPr>
        <p:grpSpPr>
          <a:xfrm>
            <a:off x="1660849" y="-2927482"/>
            <a:ext cx="4846088" cy="9692176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4FF6498-84F4-3EA4-781E-5CA17480E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814AB01-CD42-DDA4-135F-987165A7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FC30FB-E935-6CF2-2ED3-0D21F1F0EB1B}"/>
              </a:ext>
            </a:extLst>
          </p:cNvPr>
          <p:cNvCxnSpPr>
            <a:cxnSpLocks/>
          </p:cNvCxnSpPr>
          <p:nvPr/>
        </p:nvCxnSpPr>
        <p:spPr>
          <a:xfrm>
            <a:off x="3265714" y="2463282"/>
            <a:ext cx="419878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14B8BB-7454-85C4-6912-7066AC4F5897}"/>
              </a:ext>
            </a:extLst>
          </p:cNvPr>
          <p:cNvCxnSpPr>
            <a:cxnSpLocks/>
          </p:cNvCxnSpPr>
          <p:nvPr/>
        </p:nvCxnSpPr>
        <p:spPr>
          <a:xfrm>
            <a:off x="3545633" y="2463282"/>
            <a:ext cx="45720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194849-FEE3-EE24-0BE8-84574C8D431A}"/>
              </a:ext>
            </a:extLst>
          </p:cNvPr>
          <p:cNvCxnSpPr>
            <a:cxnSpLocks/>
          </p:cNvCxnSpPr>
          <p:nvPr/>
        </p:nvCxnSpPr>
        <p:spPr>
          <a:xfrm>
            <a:off x="6879772" y="2578359"/>
            <a:ext cx="51940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BD4AFBD-59FE-0A8A-6802-A6D361CD2EC8}"/>
              </a:ext>
            </a:extLst>
          </p:cNvPr>
          <p:cNvCxnSpPr>
            <a:cxnSpLocks/>
          </p:cNvCxnSpPr>
          <p:nvPr/>
        </p:nvCxnSpPr>
        <p:spPr>
          <a:xfrm>
            <a:off x="7299650" y="2578359"/>
            <a:ext cx="38877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3B0918A-E31A-E961-5732-6C915B6A4ECF}"/>
              </a:ext>
            </a:extLst>
          </p:cNvPr>
          <p:cNvGrpSpPr/>
          <p:nvPr/>
        </p:nvGrpSpPr>
        <p:grpSpPr>
          <a:xfrm>
            <a:off x="9002584" y="-2740870"/>
            <a:ext cx="4846088" cy="9692176"/>
            <a:chOff x="2128157" y="571500"/>
            <a:chExt cx="2857500" cy="5715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5F59688-D68F-D495-B076-B39E38F9F048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D6DC573-6298-2712-3CD6-2BD6CAE9A3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52CBAA9F-7459-7607-1DFF-2B0EAC2CF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A52AF6E-9FB5-E6E5-341D-E52CC5B32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BD71D6-8F99-650B-6377-C6B98773D0D4}"/>
              </a:ext>
            </a:extLst>
          </p:cNvPr>
          <p:cNvCxnSpPr>
            <a:cxnSpLocks/>
          </p:cNvCxnSpPr>
          <p:nvPr/>
        </p:nvCxnSpPr>
        <p:spPr>
          <a:xfrm>
            <a:off x="10511695" y="6021421"/>
            <a:ext cx="181914" cy="129966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C43E50-4A90-7EFC-E3E6-9751215136BD}"/>
              </a:ext>
            </a:extLst>
          </p:cNvPr>
          <p:cNvCxnSpPr>
            <a:cxnSpLocks/>
          </p:cNvCxnSpPr>
          <p:nvPr/>
        </p:nvCxnSpPr>
        <p:spPr>
          <a:xfrm>
            <a:off x="10622108" y="6086404"/>
            <a:ext cx="282599" cy="19495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7559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44AF-F4B5-455E-866A-24173083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A4A73F-1C34-AC90-5B3A-09397CB27041}"/>
              </a:ext>
            </a:extLst>
          </p:cNvPr>
          <p:cNvGrpSpPr/>
          <p:nvPr/>
        </p:nvGrpSpPr>
        <p:grpSpPr>
          <a:xfrm>
            <a:off x="2590606" y="-2740870"/>
            <a:ext cx="4846088" cy="9692176"/>
            <a:chOff x="2128157" y="571500"/>
            <a:chExt cx="2857500" cy="5715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F0C506B-BD64-EFF4-D55A-05C3A9F28B17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65DD1FC2-6437-A462-5956-02723292E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EA529AB3-D55F-B303-772A-848400223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80C5B8F-83F6-C5AC-E4C6-69E82A69B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8345A0-3083-D0DC-6DD3-C3D90B0F040E}"/>
              </a:ext>
            </a:extLst>
          </p:cNvPr>
          <p:cNvGrpSpPr/>
          <p:nvPr/>
        </p:nvGrpSpPr>
        <p:grpSpPr>
          <a:xfrm>
            <a:off x="-737118" y="-2927482"/>
            <a:ext cx="4846088" cy="9692176"/>
            <a:chOff x="4667250" y="571500"/>
            <a:chExt cx="2857500" cy="5715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9B449B3-8D4E-E56F-16BF-114D50C11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C9AE451-3669-4C5F-6D24-546CA534A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9F0D64-0999-A941-3FAB-5864CA01C68F}"/>
              </a:ext>
            </a:extLst>
          </p:cNvPr>
          <p:cNvCxnSpPr>
            <a:cxnSpLocks/>
          </p:cNvCxnSpPr>
          <p:nvPr/>
        </p:nvCxnSpPr>
        <p:spPr>
          <a:xfrm>
            <a:off x="895739" y="3937519"/>
            <a:ext cx="307911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5A0E1E-F4DD-F817-E7A1-BF2BF25CD2B4}"/>
              </a:ext>
            </a:extLst>
          </p:cNvPr>
          <p:cNvCxnSpPr>
            <a:cxnSpLocks/>
          </p:cNvCxnSpPr>
          <p:nvPr/>
        </p:nvCxnSpPr>
        <p:spPr>
          <a:xfrm>
            <a:off x="1063691" y="3937519"/>
            <a:ext cx="279918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2DF206-D2C3-D31B-6D17-7C19E7BE8F88}"/>
              </a:ext>
            </a:extLst>
          </p:cNvPr>
          <p:cNvCxnSpPr>
            <a:cxnSpLocks/>
          </p:cNvCxnSpPr>
          <p:nvPr/>
        </p:nvCxnSpPr>
        <p:spPr>
          <a:xfrm>
            <a:off x="4161454" y="5946711"/>
            <a:ext cx="264368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403C64-CC32-D233-2638-20FD6E492673}"/>
              </a:ext>
            </a:extLst>
          </p:cNvPr>
          <p:cNvCxnSpPr>
            <a:cxnSpLocks/>
          </p:cNvCxnSpPr>
          <p:nvPr/>
        </p:nvCxnSpPr>
        <p:spPr>
          <a:xfrm>
            <a:off x="4285863" y="5946711"/>
            <a:ext cx="220824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B87B1B-9014-2EA2-DB11-3C53F06F75E6}"/>
              </a:ext>
            </a:extLst>
          </p:cNvPr>
          <p:cNvGrpSpPr/>
          <p:nvPr/>
        </p:nvGrpSpPr>
        <p:grpSpPr>
          <a:xfrm>
            <a:off x="5918330" y="-2927482"/>
            <a:ext cx="4846088" cy="9692176"/>
            <a:chOff x="4667250" y="571500"/>
            <a:chExt cx="2857500" cy="5715000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B3F3E12B-D016-E841-A53B-84701C725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AA444CEB-DAF7-8D08-EA1A-8A2CCB9D6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E347B5-7950-24D9-F2F2-A3B078E92D87}"/>
              </a:ext>
            </a:extLst>
          </p:cNvPr>
          <p:cNvCxnSpPr>
            <a:cxnSpLocks/>
          </p:cNvCxnSpPr>
          <p:nvPr/>
        </p:nvCxnSpPr>
        <p:spPr>
          <a:xfrm>
            <a:off x="8064567" y="3937519"/>
            <a:ext cx="0" cy="2351314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4F76FB-ECDD-71E8-2D93-1E332A726896}"/>
              </a:ext>
            </a:extLst>
          </p:cNvPr>
          <p:cNvCxnSpPr>
            <a:cxnSpLocks/>
          </p:cNvCxnSpPr>
          <p:nvPr/>
        </p:nvCxnSpPr>
        <p:spPr>
          <a:xfrm>
            <a:off x="7551384" y="3937519"/>
            <a:ext cx="41054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1C26A1-5EF5-B8D0-60BD-602240268B8A}"/>
              </a:ext>
            </a:extLst>
          </p:cNvPr>
          <p:cNvGrpSpPr/>
          <p:nvPr/>
        </p:nvGrpSpPr>
        <p:grpSpPr>
          <a:xfrm>
            <a:off x="9461045" y="-2740870"/>
            <a:ext cx="4846088" cy="9692176"/>
            <a:chOff x="2128157" y="571500"/>
            <a:chExt cx="2857500" cy="5715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7AD70A-C798-6F93-0CB5-BBD7982D3255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419ACE9F-E9B6-F4B3-BEB0-C97EDB0EE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B6B6F35B-BB38-DB27-16D6-EC5E5A882B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5BE5FFFC-804E-2CEF-4601-7A6A374CC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9117B28-57DB-F2EE-D666-23A6A9301070}"/>
              </a:ext>
            </a:extLst>
          </p:cNvPr>
          <p:cNvCxnSpPr>
            <a:cxnSpLocks/>
          </p:cNvCxnSpPr>
          <p:nvPr/>
        </p:nvCxnSpPr>
        <p:spPr>
          <a:xfrm>
            <a:off x="11001983" y="4683306"/>
            <a:ext cx="363828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D088BF-B7AD-289C-A7C5-D7A5269A425A}"/>
              </a:ext>
            </a:extLst>
          </p:cNvPr>
          <p:cNvCxnSpPr>
            <a:cxnSpLocks/>
          </p:cNvCxnSpPr>
          <p:nvPr/>
        </p:nvCxnSpPr>
        <p:spPr>
          <a:xfrm>
            <a:off x="11225852" y="4683306"/>
            <a:ext cx="311152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59B6BC-676B-E8EC-EF51-33727B8BCE71}"/>
              </a:ext>
            </a:extLst>
          </p:cNvPr>
          <p:cNvCxnSpPr>
            <a:cxnSpLocks/>
          </p:cNvCxnSpPr>
          <p:nvPr/>
        </p:nvCxnSpPr>
        <p:spPr>
          <a:xfrm>
            <a:off x="11439795" y="5904690"/>
            <a:ext cx="0" cy="442511"/>
          </a:xfrm>
          <a:prstGeom prst="straightConnector1">
            <a:avLst/>
          </a:prstGeom>
          <a:ln w="3810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021266-1905-62D0-4DD8-CAB67C0444F3}"/>
              </a:ext>
            </a:extLst>
          </p:cNvPr>
          <p:cNvCxnSpPr>
            <a:cxnSpLocks/>
          </p:cNvCxnSpPr>
          <p:nvPr/>
        </p:nvCxnSpPr>
        <p:spPr>
          <a:xfrm>
            <a:off x="11056915" y="5960741"/>
            <a:ext cx="30889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1701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11E8-2D31-9B16-8229-8154B6E9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4EBDF23-9A77-2C6F-A13E-F650527811AF}"/>
              </a:ext>
            </a:extLst>
          </p:cNvPr>
          <p:cNvGrpSpPr/>
          <p:nvPr/>
        </p:nvGrpSpPr>
        <p:grpSpPr>
          <a:xfrm>
            <a:off x="3547576" y="571500"/>
            <a:ext cx="2857500" cy="5715000"/>
            <a:chOff x="4667250" y="571500"/>
            <a:chExt cx="2857500" cy="5715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A0D8769-FDD9-5087-F53E-B6609031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FDAB0F1-8F71-9249-48E4-EDFE36C2B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62851394-4835-C374-790A-0AA9E6504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C0A06E9-5552-2472-AD80-654717EFE21B}"/>
              </a:ext>
            </a:extLst>
          </p:cNvPr>
          <p:cNvGrpSpPr/>
          <p:nvPr/>
        </p:nvGrpSpPr>
        <p:grpSpPr>
          <a:xfrm>
            <a:off x="5339054" y="664806"/>
            <a:ext cx="2857500" cy="5715000"/>
            <a:chOff x="4667250" y="571500"/>
            <a:chExt cx="2857500" cy="5715000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8A44CFE-D634-C4B6-8226-A3040A603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703A7DE-98D5-A409-496E-605C13619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233EB5B2-AB4B-2C75-1059-BC320E872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81566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343B-68A8-276A-EF7D-FFE024A3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0A27FF0-8721-12B2-7226-3D881E50AC8E}"/>
              </a:ext>
            </a:extLst>
          </p:cNvPr>
          <p:cNvGrpSpPr/>
          <p:nvPr/>
        </p:nvGrpSpPr>
        <p:grpSpPr>
          <a:xfrm>
            <a:off x="635648" y="-985405"/>
            <a:ext cx="6228572" cy="12457144"/>
            <a:chOff x="4667250" y="571500"/>
            <a:chExt cx="2857500" cy="5715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9EEBAB8-A38D-9020-DC98-969BDE73D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D96E8374-BC69-946B-FD26-926B84341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5F0C516-BAC3-F4CE-BC4F-01D15C8B4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9CFD9E-551C-88CE-D121-FF3067561986}"/>
              </a:ext>
            </a:extLst>
          </p:cNvPr>
          <p:cNvGrpSpPr/>
          <p:nvPr/>
        </p:nvGrpSpPr>
        <p:grpSpPr>
          <a:xfrm>
            <a:off x="4582109" y="-892099"/>
            <a:ext cx="6228572" cy="12457144"/>
            <a:chOff x="4667250" y="571500"/>
            <a:chExt cx="2857500" cy="5715000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23B6038-A9FB-9E7C-0BD3-680DA51DF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DBD4D905-D391-040A-88F0-65B31BEBC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FB29863D-0391-EB29-14FA-60B20DF29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011D2F-4F16-E118-E1E8-CDB81F33A210}"/>
              </a:ext>
            </a:extLst>
          </p:cNvPr>
          <p:cNvCxnSpPr>
            <a:cxnSpLocks/>
          </p:cNvCxnSpPr>
          <p:nvPr/>
        </p:nvCxnSpPr>
        <p:spPr>
          <a:xfrm>
            <a:off x="7001365" y="3862871"/>
            <a:ext cx="1407947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8D2F59-A20B-4FFD-27F2-17768D330B0E}"/>
              </a:ext>
            </a:extLst>
          </p:cNvPr>
          <p:cNvCxnSpPr>
            <a:cxnSpLocks/>
          </p:cNvCxnSpPr>
          <p:nvPr/>
        </p:nvCxnSpPr>
        <p:spPr>
          <a:xfrm>
            <a:off x="2940893" y="3610947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E32F8A-3E50-2213-D7BE-E78522576315}"/>
              </a:ext>
            </a:extLst>
          </p:cNvPr>
          <p:cNvCxnSpPr>
            <a:cxnSpLocks/>
          </p:cNvCxnSpPr>
          <p:nvPr/>
        </p:nvCxnSpPr>
        <p:spPr>
          <a:xfrm>
            <a:off x="7688037" y="1530220"/>
            <a:ext cx="0" cy="233265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5495F8-DF5B-9B7C-B08E-1ED3B345EA1C}"/>
              </a:ext>
            </a:extLst>
          </p:cNvPr>
          <p:cNvCxnSpPr>
            <a:cxnSpLocks/>
          </p:cNvCxnSpPr>
          <p:nvPr/>
        </p:nvCxnSpPr>
        <p:spPr>
          <a:xfrm>
            <a:off x="3744686" y="989045"/>
            <a:ext cx="0" cy="2621902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7615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BF39-8C92-55C3-3450-71FF6E51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D710861-C086-7437-2C31-C27C5E33249C}"/>
              </a:ext>
            </a:extLst>
          </p:cNvPr>
          <p:cNvGrpSpPr/>
          <p:nvPr/>
        </p:nvGrpSpPr>
        <p:grpSpPr>
          <a:xfrm>
            <a:off x="635648" y="-985405"/>
            <a:ext cx="6228572" cy="12457144"/>
            <a:chOff x="4667250" y="571500"/>
            <a:chExt cx="2857500" cy="5715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100B497-98D1-0EAA-E1EE-3B1A73747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8EC393D-6606-9EAB-18A5-3D6227D47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81C7FAF-8968-FA36-0D6C-3B01ECD59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6A17A8-77D4-72EE-BDF0-CC27939E5542}"/>
              </a:ext>
            </a:extLst>
          </p:cNvPr>
          <p:cNvGrpSpPr/>
          <p:nvPr/>
        </p:nvGrpSpPr>
        <p:grpSpPr>
          <a:xfrm>
            <a:off x="4582109" y="-892099"/>
            <a:ext cx="6228572" cy="12457144"/>
            <a:chOff x="4667250" y="571500"/>
            <a:chExt cx="2857500" cy="5715000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1D327D1-83A9-C365-01A1-B84300FFE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C780385-5090-4ADA-819D-A59C63823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0D696A2-B944-3D93-31EC-A99214C84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1FBD5A-1D6C-BE42-0834-2CD1422ECA30}"/>
              </a:ext>
            </a:extLst>
          </p:cNvPr>
          <p:cNvCxnSpPr>
            <a:cxnSpLocks/>
          </p:cNvCxnSpPr>
          <p:nvPr/>
        </p:nvCxnSpPr>
        <p:spPr>
          <a:xfrm>
            <a:off x="7001365" y="3862871"/>
            <a:ext cx="1407947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B2A150-B85E-9611-6B8A-940E84DF462A}"/>
              </a:ext>
            </a:extLst>
          </p:cNvPr>
          <p:cNvCxnSpPr>
            <a:cxnSpLocks/>
          </p:cNvCxnSpPr>
          <p:nvPr/>
        </p:nvCxnSpPr>
        <p:spPr>
          <a:xfrm>
            <a:off x="2940893" y="3610947"/>
            <a:ext cx="1622554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42ECF1-C450-6A83-8E4F-F4269486C9A8}"/>
              </a:ext>
            </a:extLst>
          </p:cNvPr>
          <p:cNvCxnSpPr>
            <a:cxnSpLocks/>
          </p:cNvCxnSpPr>
          <p:nvPr/>
        </p:nvCxnSpPr>
        <p:spPr>
          <a:xfrm>
            <a:off x="7001365" y="1698171"/>
            <a:ext cx="155215" cy="216470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ADFE34-B91A-B86F-34C3-10898A10B590}"/>
              </a:ext>
            </a:extLst>
          </p:cNvPr>
          <p:cNvCxnSpPr>
            <a:cxnSpLocks/>
          </p:cNvCxnSpPr>
          <p:nvPr/>
        </p:nvCxnSpPr>
        <p:spPr>
          <a:xfrm>
            <a:off x="2940893" y="1184988"/>
            <a:ext cx="117121" cy="2425959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07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38241-B569-0ADF-0D50-BC3EB135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AD8AB7-04DC-F5C3-4A92-1FE37D6B7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464" y="286294"/>
            <a:ext cx="5271796" cy="606256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4F13DE-9050-6A69-7064-23C1DAC64BB0}"/>
              </a:ext>
            </a:extLst>
          </p:cNvPr>
          <p:cNvCxnSpPr>
            <a:cxnSpLocks/>
          </p:cNvCxnSpPr>
          <p:nvPr/>
        </p:nvCxnSpPr>
        <p:spPr>
          <a:xfrm>
            <a:off x="7479252" y="4121031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41EE4D-8A8C-4267-3571-162E812D5345}"/>
              </a:ext>
            </a:extLst>
          </p:cNvPr>
          <p:cNvCxnSpPr>
            <a:cxnSpLocks/>
          </p:cNvCxnSpPr>
          <p:nvPr/>
        </p:nvCxnSpPr>
        <p:spPr>
          <a:xfrm>
            <a:off x="8207040" y="4121031"/>
            <a:ext cx="0" cy="169194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4DD2EAC-A941-B865-6F0C-F3D94ACE6CE9}"/>
              </a:ext>
            </a:extLst>
          </p:cNvPr>
          <p:cNvGrpSpPr/>
          <p:nvPr/>
        </p:nvGrpSpPr>
        <p:grpSpPr>
          <a:xfrm>
            <a:off x="1852307" y="175784"/>
            <a:ext cx="5929240" cy="6173075"/>
            <a:chOff x="2304465" y="154577"/>
            <a:chExt cx="6036323" cy="6284561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E1D71128-FF92-AC29-FFEB-6EEB5DA03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20984"/>
            <a:stretch>
              <a:fillRect/>
            </a:stretch>
          </p:blipFill>
          <p:spPr>
            <a:xfrm>
              <a:off x="2916983" y="154577"/>
              <a:ext cx="5423805" cy="4285706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0CFFB9F-D7FA-4341-A0E7-679F9F667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2824"/>
            <a:stretch>
              <a:fillRect/>
            </a:stretch>
          </p:blipFill>
          <p:spPr>
            <a:xfrm>
              <a:off x="2304465" y="4040160"/>
              <a:ext cx="5271796" cy="2398978"/>
            </a:xfrm>
            <a:prstGeom prst="rect">
              <a:avLst/>
            </a:prstGeom>
          </p:spPr>
        </p:pic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656D1F-CAC5-6850-753E-183D96159BDF}"/>
              </a:ext>
            </a:extLst>
          </p:cNvPr>
          <p:cNvCxnSpPr>
            <a:cxnSpLocks/>
          </p:cNvCxnSpPr>
          <p:nvPr/>
        </p:nvCxnSpPr>
        <p:spPr>
          <a:xfrm>
            <a:off x="4051818" y="4099270"/>
            <a:ext cx="1455576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4B1585-BE42-A6A3-BBEF-4C93C9137ABA}"/>
              </a:ext>
            </a:extLst>
          </p:cNvPr>
          <p:cNvCxnSpPr>
            <a:cxnSpLocks/>
          </p:cNvCxnSpPr>
          <p:nvPr/>
        </p:nvCxnSpPr>
        <p:spPr>
          <a:xfrm>
            <a:off x="4816927" y="4099270"/>
            <a:ext cx="0" cy="171370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9173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8F17744-CBCE-F234-EF5D-0AC25AC66D9F}"/>
              </a:ext>
            </a:extLst>
          </p:cNvPr>
          <p:cNvGrpSpPr/>
          <p:nvPr/>
        </p:nvGrpSpPr>
        <p:grpSpPr>
          <a:xfrm>
            <a:off x="1598787" y="672628"/>
            <a:ext cx="6135800" cy="5512743"/>
            <a:chOff x="-733866" y="672628"/>
            <a:chExt cx="6135800" cy="551274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050138C-E778-F63B-EA78-41A69EB61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733866" y="672628"/>
              <a:ext cx="6135800" cy="532758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4FC249C-0FA6-1047-B84C-B2C6B7140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62983" b="9155"/>
            <a:stretch>
              <a:fillRect/>
            </a:stretch>
          </p:blipFill>
          <p:spPr>
            <a:xfrm>
              <a:off x="11812" y="1231737"/>
              <a:ext cx="1510835" cy="4500126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8C00704-3703-46A9-6AA8-7E32E928D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62203" t="51002"/>
            <a:stretch>
              <a:fillRect/>
            </a:stretch>
          </p:blipFill>
          <p:spPr>
            <a:xfrm>
              <a:off x="2497452" y="3175274"/>
              <a:ext cx="2206784" cy="3010097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94E3E8CA-4D63-9859-7C5A-5CCFEEAF0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41132" t="26977" r="30825" b="46884"/>
            <a:stretch>
              <a:fillRect/>
            </a:stretch>
          </p:blipFill>
          <p:spPr>
            <a:xfrm>
              <a:off x="1727051" y="1842795"/>
              <a:ext cx="1511560" cy="1408922"/>
            </a:xfrm>
            <a:prstGeom prst="ellipse">
              <a:avLst/>
            </a:prstGeom>
          </p:spPr>
        </p:pic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CB7CC9B7-17F9-5098-0C58-3598BA8E8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0863" y="733939"/>
            <a:ext cx="5390122" cy="539012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E9EE0B-225D-7F40-201D-A01436A5B5B1}"/>
              </a:ext>
            </a:extLst>
          </p:cNvPr>
          <p:cNvCxnSpPr>
            <a:cxnSpLocks/>
          </p:cNvCxnSpPr>
          <p:nvPr/>
        </p:nvCxnSpPr>
        <p:spPr>
          <a:xfrm flipH="1">
            <a:off x="4480829" y="3313028"/>
            <a:ext cx="224066" cy="119001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2ED864-B698-8D7F-86C0-238D645725F8}"/>
              </a:ext>
            </a:extLst>
          </p:cNvPr>
          <p:cNvCxnSpPr>
            <a:cxnSpLocks/>
          </p:cNvCxnSpPr>
          <p:nvPr/>
        </p:nvCxnSpPr>
        <p:spPr>
          <a:xfrm>
            <a:off x="4480829" y="4503040"/>
            <a:ext cx="0" cy="1228823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C391F5-EC75-877C-29E9-FEB34E8C948E}"/>
              </a:ext>
            </a:extLst>
          </p:cNvPr>
          <p:cNvCxnSpPr>
            <a:cxnSpLocks/>
          </p:cNvCxnSpPr>
          <p:nvPr/>
        </p:nvCxnSpPr>
        <p:spPr>
          <a:xfrm flipH="1">
            <a:off x="7609376" y="3610947"/>
            <a:ext cx="125211" cy="892093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6A3021-9BB9-608A-2B56-DFBE79466C0C}"/>
              </a:ext>
            </a:extLst>
          </p:cNvPr>
          <p:cNvCxnSpPr>
            <a:cxnSpLocks/>
          </p:cNvCxnSpPr>
          <p:nvPr/>
        </p:nvCxnSpPr>
        <p:spPr>
          <a:xfrm>
            <a:off x="7609376" y="4503040"/>
            <a:ext cx="0" cy="1228823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BC2BD0-CF46-117C-08B7-FF0FF07338F2}"/>
              </a:ext>
            </a:extLst>
          </p:cNvPr>
          <p:cNvCxnSpPr>
            <a:cxnSpLocks/>
          </p:cNvCxnSpPr>
          <p:nvPr/>
        </p:nvCxnSpPr>
        <p:spPr>
          <a:xfrm>
            <a:off x="4480829" y="4500058"/>
            <a:ext cx="744314" cy="298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8DB23C5-44BD-19E4-E112-CA9F03483787}"/>
              </a:ext>
            </a:extLst>
          </p:cNvPr>
          <p:cNvCxnSpPr>
            <a:cxnSpLocks/>
          </p:cNvCxnSpPr>
          <p:nvPr/>
        </p:nvCxnSpPr>
        <p:spPr>
          <a:xfrm flipV="1">
            <a:off x="7597140" y="4624339"/>
            <a:ext cx="921708" cy="1378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427F10-246B-1E47-1895-1C79832D66FB}"/>
              </a:ext>
            </a:extLst>
          </p:cNvPr>
          <p:cNvCxnSpPr>
            <a:cxnSpLocks/>
          </p:cNvCxnSpPr>
          <p:nvPr/>
        </p:nvCxnSpPr>
        <p:spPr>
          <a:xfrm>
            <a:off x="3071889" y="4475047"/>
            <a:ext cx="1408940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23E67B-709D-045F-240E-6FE66CC5E09E}"/>
              </a:ext>
            </a:extLst>
          </p:cNvPr>
          <p:cNvCxnSpPr>
            <a:cxnSpLocks/>
          </p:cNvCxnSpPr>
          <p:nvPr/>
        </p:nvCxnSpPr>
        <p:spPr>
          <a:xfrm>
            <a:off x="5648745" y="4624339"/>
            <a:ext cx="1946373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87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B4E2-2855-A9CA-930A-DE4802C9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44B4057-1B24-92D1-FDD4-5F24C317882D}"/>
              </a:ext>
            </a:extLst>
          </p:cNvPr>
          <p:cNvGrpSpPr/>
          <p:nvPr/>
        </p:nvGrpSpPr>
        <p:grpSpPr>
          <a:xfrm>
            <a:off x="-452974" y="287207"/>
            <a:ext cx="5327588" cy="6173075"/>
            <a:chOff x="2916983" y="154577"/>
            <a:chExt cx="5423805" cy="628456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C638F5C-EE4A-E728-1D9C-AF948720D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0984"/>
            <a:stretch>
              <a:fillRect/>
            </a:stretch>
          </p:blipFill>
          <p:spPr>
            <a:xfrm>
              <a:off x="2916983" y="154577"/>
              <a:ext cx="5423805" cy="4285706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9F4483E-B6F4-43EC-137B-D981F1AD9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42519" t="62824" r="10329"/>
            <a:stretch>
              <a:fillRect/>
            </a:stretch>
          </p:blipFill>
          <p:spPr>
            <a:xfrm>
              <a:off x="4545974" y="4040160"/>
              <a:ext cx="2485738" cy="2398978"/>
            </a:xfrm>
            <a:prstGeom prst="rect">
              <a:avLst/>
            </a:prstGeom>
          </p:spPr>
        </p:pic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76DB123-FBB5-492D-190A-4104BEEAC272}"/>
              </a:ext>
            </a:extLst>
          </p:cNvPr>
          <p:cNvCxnSpPr>
            <a:cxnSpLocks/>
          </p:cNvCxnSpPr>
          <p:nvPr/>
        </p:nvCxnSpPr>
        <p:spPr>
          <a:xfrm>
            <a:off x="1936255" y="5436701"/>
            <a:ext cx="81295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A39549AD-2BC4-1C0F-8F75-A2F0B702D6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38237" y="759597"/>
            <a:ext cx="5390122" cy="53901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A790EB3-4840-1024-7279-7E217290B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2745" r="16941"/>
          <a:stretch>
            <a:fillRect/>
          </a:stretch>
        </p:blipFill>
        <p:spPr>
          <a:xfrm>
            <a:off x="3588761" y="397717"/>
            <a:ext cx="2125251" cy="6062565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3F67F82F-374E-66F2-8A27-DD8ED8080298}"/>
              </a:ext>
            </a:extLst>
          </p:cNvPr>
          <p:cNvGrpSpPr/>
          <p:nvPr/>
        </p:nvGrpSpPr>
        <p:grpSpPr>
          <a:xfrm>
            <a:off x="4848179" y="708281"/>
            <a:ext cx="5390122" cy="5390122"/>
            <a:chOff x="4848179" y="708281"/>
            <a:chExt cx="5390122" cy="5390122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F22511F-5C59-E088-4A91-2A72826F2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48179" y="708281"/>
              <a:ext cx="5390122" cy="539012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932DF1D-E1D2-EE55-0B89-5F785165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51082" r="56658" b="9596"/>
            <a:stretch>
              <a:fillRect/>
            </a:stretch>
          </p:blipFill>
          <p:spPr>
            <a:xfrm>
              <a:off x="5525406" y="3572172"/>
              <a:ext cx="1827070" cy="2119501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42757B-5D07-26E9-8B90-F9F287A853DF}"/>
              </a:ext>
            </a:extLst>
          </p:cNvPr>
          <p:cNvCxnSpPr>
            <a:cxnSpLocks/>
          </p:cNvCxnSpPr>
          <p:nvPr/>
        </p:nvCxnSpPr>
        <p:spPr>
          <a:xfrm flipH="1">
            <a:off x="7435680" y="3316818"/>
            <a:ext cx="289380" cy="119001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CAF9F1-2827-6F00-0740-47B4E246DFFF}"/>
              </a:ext>
            </a:extLst>
          </p:cNvPr>
          <p:cNvCxnSpPr>
            <a:cxnSpLocks/>
          </p:cNvCxnSpPr>
          <p:nvPr/>
        </p:nvCxnSpPr>
        <p:spPr>
          <a:xfrm>
            <a:off x="7435680" y="4506830"/>
            <a:ext cx="0" cy="1184843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CAFEC9-6C8D-ADB7-6E94-EDDA2E603601}"/>
              </a:ext>
            </a:extLst>
          </p:cNvPr>
          <p:cNvCxnSpPr>
            <a:cxnSpLocks/>
          </p:cNvCxnSpPr>
          <p:nvPr/>
        </p:nvCxnSpPr>
        <p:spPr>
          <a:xfrm flipH="1">
            <a:off x="10556060" y="3614737"/>
            <a:ext cx="125211" cy="892093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DFECF6-7CEC-C07B-A8A0-F368A6D0B893}"/>
              </a:ext>
            </a:extLst>
          </p:cNvPr>
          <p:cNvCxnSpPr>
            <a:cxnSpLocks/>
          </p:cNvCxnSpPr>
          <p:nvPr/>
        </p:nvCxnSpPr>
        <p:spPr>
          <a:xfrm>
            <a:off x="10556060" y="4506830"/>
            <a:ext cx="0" cy="1228823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A40EB1-57D2-DE50-2C26-E8B37894225D}"/>
              </a:ext>
            </a:extLst>
          </p:cNvPr>
          <p:cNvCxnSpPr>
            <a:cxnSpLocks/>
          </p:cNvCxnSpPr>
          <p:nvPr/>
        </p:nvCxnSpPr>
        <p:spPr>
          <a:xfrm flipH="1">
            <a:off x="4383409" y="2951316"/>
            <a:ext cx="372584" cy="119001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24C052-310C-BF7B-1299-A47B80EBC4E9}"/>
              </a:ext>
            </a:extLst>
          </p:cNvPr>
          <p:cNvCxnSpPr>
            <a:cxnSpLocks/>
          </p:cNvCxnSpPr>
          <p:nvPr/>
        </p:nvCxnSpPr>
        <p:spPr>
          <a:xfrm>
            <a:off x="4383983" y="4141328"/>
            <a:ext cx="0" cy="180227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31F68B-2FA7-482C-BBE8-E8E779AA7FF0}"/>
              </a:ext>
            </a:extLst>
          </p:cNvPr>
          <p:cNvCxnSpPr>
            <a:cxnSpLocks/>
          </p:cNvCxnSpPr>
          <p:nvPr/>
        </p:nvCxnSpPr>
        <p:spPr>
          <a:xfrm flipH="1">
            <a:off x="1923078" y="2716672"/>
            <a:ext cx="488795" cy="1424656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5C48C0-B84F-9717-402D-456C233951E5}"/>
              </a:ext>
            </a:extLst>
          </p:cNvPr>
          <p:cNvCxnSpPr>
            <a:cxnSpLocks/>
          </p:cNvCxnSpPr>
          <p:nvPr/>
        </p:nvCxnSpPr>
        <p:spPr>
          <a:xfrm>
            <a:off x="1917593" y="4141328"/>
            <a:ext cx="0" cy="1802272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55BCA7-ED0F-1C6F-E632-E23B3AE7E0B9}"/>
              </a:ext>
            </a:extLst>
          </p:cNvPr>
          <p:cNvCxnSpPr>
            <a:cxnSpLocks/>
          </p:cNvCxnSpPr>
          <p:nvPr/>
        </p:nvCxnSpPr>
        <p:spPr>
          <a:xfrm>
            <a:off x="1113968" y="5441334"/>
            <a:ext cx="822287" cy="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C52080-A609-FE36-E15C-9ECB43C1DCEE}"/>
              </a:ext>
            </a:extLst>
          </p:cNvPr>
          <p:cNvCxnSpPr>
            <a:cxnSpLocks/>
          </p:cNvCxnSpPr>
          <p:nvPr/>
        </p:nvCxnSpPr>
        <p:spPr>
          <a:xfrm>
            <a:off x="4402645" y="5446096"/>
            <a:ext cx="81295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3C087B-60DA-A153-1585-BCFA7E296012}"/>
              </a:ext>
            </a:extLst>
          </p:cNvPr>
          <p:cNvCxnSpPr>
            <a:cxnSpLocks/>
          </p:cNvCxnSpPr>
          <p:nvPr/>
        </p:nvCxnSpPr>
        <p:spPr>
          <a:xfrm>
            <a:off x="3588761" y="5436701"/>
            <a:ext cx="813884" cy="4633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54E45E8-FF00-78D4-F672-2B18D12751E8}"/>
              </a:ext>
            </a:extLst>
          </p:cNvPr>
          <p:cNvCxnSpPr>
            <a:cxnSpLocks/>
          </p:cNvCxnSpPr>
          <p:nvPr/>
        </p:nvCxnSpPr>
        <p:spPr>
          <a:xfrm flipV="1">
            <a:off x="7435680" y="4889241"/>
            <a:ext cx="745499" cy="102781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0A7199-9A13-D6B3-104D-393340181C82}"/>
              </a:ext>
            </a:extLst>
          </p:cNvPr>
          <p:cNvCxnSpPr>
            <a:cxnSpLocks/>
          </p:cNvCxnSpPr>
          <p:nvPr/>
        </p:nvCxnSpPr>
        <p:spPr>
          <a:xfrm flipV="1">
            <a:off x="6203089" y="4992022"/>
            <a:ext cx="1232591" cy="74500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1194E90-5CBA-9590-D0B5-E098B84D370D}"/>
              </a:ext>
            </a:extLst>
          </p:cNvPr>
          <p:cNvCxnSpPr>
            <a:cxnSpLocks/>
          </p:cNvCxnSpPr>
          <p:nvPr/>
        </p:nvCxnSpPr>
        <p:spPr>
          <a:xfrm flipV="1">
            <a:off x="10556060" y="4940631"/>
            <a:ext cx="946056" cy="247189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2B0299-BD53-3305-85D3-8C28B0F5AE96}"/>
              </a:ext>
            </a:extLst>
          </p:cNvPr>
          <p:cNvCxnSpPr>
            <a:cxnSpLocks/>
          </p:cNvCxnSpPr>
          <p:nvPr/>
        </p:nvCxnSpPr>
        <p:spPr>
          <a:xfrm flipV="1">
            <a:off x="9076918" y="5187820"/>
            <a:ext cx="1479142" cy="410547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964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B172-078F-158C-A446-DB6D5636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42A8C92-F115-67E4-DD30-9BE478082BCD}"/>
              </a:ext>
            </a:extLst>
          </p:cNvPr>
          <p:cNvGrpSpPr/>
          <p:nvPr/>
        </p:nvGrpSpPr>
        <p:grpSpPr>
          <a:xfrm>
            <a:off x="750031" y="-348731"/>
            <a:ext cx="2014940" cy="7046573"/>
            <a:chOff x="3863956" y="-264755"/>
            <a:chExt cx="2014940" cy="704657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D2DB1F8-FDC4-2816-5C37-25418416A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2745" r="16941"/>
            <a:stretch>
              <a:fillRect/>
            </a:stretch>
          </p:blipFill>
          <p:spPr>
            <a:xfrm>
              <a:off x="3970750" y="-264755"/>
              <a:ext cx="1908146" cy="5443246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BEEDA93-C756-80DB-D049-4ACDCA125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8750" t="51357" r="49978" b="31270"/>
            <a:stretch>
              <a:fillRect/>
            </a:stretch>
          </p:blipFill>
          <p:spPr>
            <a:xfrm rot="21236563">
              <a:off x="3863956" y="4617684"/>
              <a:ext cx="1474237" cy="2164134"/>
            </a:xfrm>
            <a:prstGeom prst="rect">
              <a:avLst/>
            </a:prstGeom>
          </p:spPr>
        </p:pic>
      </p:grpSp>
      <p:sp>
        <p:nvSpPr>
          <p:cNvPr id="10" name="Arc 9">
            <a:extLst>
              <a:ext uri="{FF2B5EF4-FFF2-40B4-BE49-F238E27FC236}">
                <a16:creationId xmlns:a16="http://schemas.microsoft.com/office/drawing/2014/main" id="{601CFFE5-CB2D-CE43-D1FA-95239ED02B17}"/>
              </a:ext>
            </a:extLst>
          </p:cNvPr>
          <p:cNvSpPr/>
          <p:nvPr/>
        </p:nvSpPr>
        <p:spPr>
          <a:xfrm>
            <a:off x="856824" y="3429000"/>
            <a:ext cx="1477511" cy="1282958"/>
          </a:xfrm>
          <a:prstGeom prst="arc">
            <a:avLst>
              <a:gd name="adj1" fmla="val 128764"/>
              <a:gd name="adj2" fmla="val 10873494"/>
            </a:avLst>
          </a:prstGeom>
          <a:ln w="38100">
            <a:solidFill>
              <a:srgbClr val="CC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18DD7B-2B43-B318-C6C0-6B3A6C0AD755}"/>
              </a:ext>
            </a:extLst>
          </p:cNvPr>
          <p:cNvCxnSpPr>
            <a:cxnSpLocks/>
          </p:cNvCxnSpPr>
          <p:nvPr/>
        </p:nvCxnSpPr>
        <p:spPr>
          <a:xfrm>
            <a:off x="856825" y="3110225"/>
            <a:ext cx="1289215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00908E-08D9-4E21-90E5-AC36C2AFFEF1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799326" y="3110225"/>
            <a:ext cx="57722" cy="944463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696413-8C5B-6B7A-4D35-DDEB06780FE7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228425" y="3110225"/>
            <a:ext cx="105223" cy="987912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794D64-37C7-4BB8-58AE-6602D311A0BA}"/>
              </a:ext>
            </a:extLst>
          </p:cNvPr>
          <p:cNvGrpSpPr/>
          <p:nvPr/>
        </p:nvGrpSpPr>
        <p:grpSpPr>
          <a:xfrm>
            <a:off x="6359381" y="-2173884"/>
            <a:ext cx="6228572" cy="12457144"/>
            <a:chOff x="2128157" y="571500"/>
            <a:chExt cx="2857500" cy="5715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6CB716F-5B7D-75A6-C920-12E86C6CF9CC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E27901D9-AD68-BF99-4F4F-735B28FE0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7" name="Graphic 26">
                <a:extLst>
                  <a:ext uri="{FF2B5EF4-FFF2-40B4-BE49-F238E27FC236}">
                    <a16:creationId xmlns:a16="http://schemas.microsoft.com/office/drawing/2014/main" id="{10992282-D031-87C2-224B-F41856206D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08188B2E-B701-BBB4-F1FB-BEE25DAF0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12FBA6-0614-5DDB-36E7-D5061B9A0D57}"/>
              </a:ext>
            </a:extLst>
          </p:cNvPr>
          <p:cNvGrpSpPr/>
          <p:nvPr/>
        </p:nvGrpSpPr>
        <p:grpSpPr>
          <a:xfrm>
            <a:off x="2416033" y="-2173884"/>
            <a:ext cx="6228572" cy="12457144"/>
            <a:chOff x="4667250" y="571500"/>
            <a:chExt cx="2857500" cy="5715000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6475B40A-D1BF-3CEC-2FE7-9C96C4311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CE77DDBC-60A6-FAD8-308E-201B9E4A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31D15F-6FDA-50DC-9EF7-AF6FC3863473}"/>
              </a:ext>
            </a:extLst>
          </p:cNvPr>
          <p:cNvCxnSpPr>
            <a:cxnSpLocks/>
          </p:cNvCxnSpPr>
          <p:nvPr/>
        </p:nvCxnSpPr>
        <p:spPr>
          <a:xfrm>
            <a:off x="4710369" y="2441124"/>
            <a:ext cx="164901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9C21C3-B044-6453-CB69-310087C68638}"/>
              </a:ext>
            </a:extLst>
          </p:cNvPr>
          <p:cNvCxnSpPr>
            <a:cxnSpLocks/>
          </p:cNvCxnSpPr>
          <p:nvPr/>
        </p:nvCxnSpPr>
        <p:spPr>
          <a:xfrm>
            <a:off x="8781626" y="2602854"/>
            <a:ext cx="139648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8C5ABDF-15EC-ED30-1808-0F9ABAC57422}"/>
              </a:ext>
            </a:extLst>
          </p:cNvPr>
          <p:cNvCxnSpPr>
            <a:cxnSpLocks/>
          </p:cNvCxnSpPr>
          <p:nvPr/>
        </p:nvCxnSpPr>
        <p:spPr>
          <a:xfrm>
            <a:off x="5533053" y="2441124"/>
            <a:ext cx="0" cy="1657013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893517-4ADD-D96C-80DF-F024B9F8DD55}"/>
              </a:ext>
            </a:extLst>
          </p:cNvPr>
          <p:cNvCxnSpPr>
            <a:cxnSpLocks/>
          </p:cNvCxnSpPr>
          <p:nvPr/>
        </p:nvCxnSpPr>
        <p:spPr>
          <a:xfrm>
            <a:off x="9483012" y="2600493"/>
            <a:ext cx="0" cy="1497644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831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26CD-9940-FBE3-B9D2-48D5ABC1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33E1A2-9F41-83E8-26DF-3F1C726CA327}"/>
              </a:ext>
            </a:extLst>
          </p:cNvPr>
          <p:cNvGrpSpPr/>
          <p:nvPr/>
        </p:nvGrpSpPr>
        <p:grpSpPr>
          <a:xfrm>
            <a:off x="3692416" y="-765111"/>
            <a:ext cx="6228572" cy="12457144"/>
            <a:chOff x="2128157" y="571500"/>
            <a:chExt cx="2857500" cy="5715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D2823CF-C551-479A-99C9-6CA5ED638FE2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82AB52AD-CC64-E0F1-66AF-65CEC81B1D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C835A528-9C07-9EEA-10E4-CB4656B77A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4CD9338-D639-56EA-65C6-4DF00E8F7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D289ED-2788-9A82-83C1-E1A5E7A3327C}"/>
              </a:ext>
            </a:extLst>
          </p:cNvPr>
          <p:cNvCxnSpPr>
            <a:cxnSpLocks/>
          </p:cNvCxnSpPr>
          <p:nvPr/>
        </p:nvCxnSpPr>
        <p:spPr>
          <a:xfrm>
            <a:off x="6545900" y="1617306"/>
            <a:ext cx="251927" cy="1811694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B99D94CC-E2F1-590C-AADC-E04835A11D99}"/>
              </a:ext>
            </a:extLst>
          </p:cNvPr>
          <p:cNvSpPr/>
          <p:nvPr/>
        </p:nvSpPr>
        <p:spPr>
          <a:xfrm>
            <a:off x="6545900" y="1528665"/>
            <a:ext cx="475861" cy="177282"/>
          </a:xfrm>
          <a:prstGeom prst="arc">
            <a:avLst>
              <a:gd name="adj1" fmla="val 10907201"/>
              <a:gd name="adj2" fmla="val 16023920"/>
            </a:avLst>
          </a:prstGeom>
          <a:ln w="38100">
            <a:solidFill>
              <a:srgbClr val="CCFF9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4" descr="medical accurate illustration of the human skeleton Stock Photo - Alamy">
            <a:extLst>
              <a:ext uri="{FF2B5EF4-FFF2-40B4-BE49-F238E27FC236}">
                <a16:creationId xmlns:a16="http://schemas.microsoft.com/office/drawing/2014/main" id="{DEB6D174-E936-B8F5-D201-D3CDFB45E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8" t="2837" r="24467" b="7234"/>
          <a:stretch>
            <a:fillRect/>
          </a:stretch>
        </p:blipFill>
        <p:spPr bwMode="auto">
          <a:xfrm>
            <a:off x="8734213" y="488469"/>
            <a:ext cx="2373550" cy="6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AC6960-608C-A6C4-4ADB-5A7235F4346D}"/>
              </a:ext>
            </a:extLst>
          </p:cNvPr>
          <p:cNvCxnSpPr>
            <a:cxnSpLocks/>
          </p:cNvCxnSpPr>
          <p:nvPr/>
        </p:nvCxnSpPr>
        <p:spPr>
          <a:xfrm flipV="1">
            <a:off x="8841747" y="2024743"/>
            <a:ext cx="1007706" cy="326571"/>
          </a:xfrm>
          <a:prstGeom prst="straightConnector1">
            <a:avLst/>
          </a:prstGeom>
          <a:ln w="38100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3809144-B136-A3AF-8FFB-2B811499662D}"/>
              </a:ext>
            </a:extLst>
          </p:cNvPr>
          <p:cNvGrpSpPr/>
          <p:nvPr/>
        </p:nvGrpSpPr>
        <p:grpSpPr>
          <a:xfrm>
            <a:off x="-869447" y="-765111"/>
            <a:ext cx="6228572" cy="12457144"/>
            <a:chOff x="2128157" y="571500"/>
            <a:chExt cx="2857500" cy="5715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4E92EC3-79FA-D4CD-6AC0-3EE4F58A4A3C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EB447AD4-BCE3-4945-9BD8-1FAEB00B6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846C306B-D384-DFE7-95EF-9FAD0ECBE8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9629B5D-1604-9F0F-BB80-1495AD819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7E0AC4-C6A5-64B9-E24B-9D5D490203BF}"/>
              </a:ext>
            </a:extLst>
          </p:cNvPr>
          <p:cNvCxnSpPr>
            <a:cxnSpLocks/>
          </p:cNvCxnSpPr>
          <p:nvPr/>
        </p:nvCxnSpPr>
        <p:spPr>
          <a:xfrm>
            <a:off x="1984037" y="1617306"/>
            <a:ext cx="228124" cy="2394321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A9CA0182-B6CF-8AAF-3462-044B5C90F6E8}"/>
              </a:ext>
            </a:extLst>
          </p:cNvPr>
          <p:cNvSpPr/>
          <p:nvPr/>
        </p:nvSpPr>
        <p:spPr>
          <a:xfrm>
            <a:off x="1984037" y="1528665"/>
            <a:ext cx="475861" cy="177282"/>
          </a:xfrm>
          <a:prstGeom prst="arc">
            <a:avLst>
              <a:gd name="adj1" fmla="val 10907201"/>
              <a:gd name="adj2" fmla="val 16023920"/>
            </a:avLst>
          </a:prstGeom>
          <a:ln w="38100">
            <a:solidFill>
              <a:srgbClr val="CCFF9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DB1036-947A-20AF-8126-1DD1D9AD1DC5}"/>
              </a:ext>
            </a:extLst>
          </p:cNvPr>
          <p:cNvCxnSpPr>
            <a:cxnSpLocks/>
          </p:cNvCxnSpPr>
          <p:nvPr/>
        </p:nvCxnSpPr>
        <p:spPr>
          <a:xfrm>
            <a:off x="1552798" y="4011627"/>
            <a:ext cx="139648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6145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E498-F7E2-F92C-C18A-3FA0D05F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6D7589C-FFFC-8ADC-0710-306A8FA1ED3C}"/>
              </a:ext>
            </a:extLst>
          </p:cNvPr>
          <p:cNvGrpSpPr/>
          <p:nvPr/>
        </p:nvGrpSpPr>
        <p:grpSpPr>
          <a:xfrm>
            <a:off x="3692416" y="-765111"/>
            <a:ext cx="6228572" cy="12457144"/>
            <a:chOff x="2128157" y="571500"/>
            <a:chExt cx="2857500" cy="5715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7C3B15B-576F-1600-4A5F-71C683C03A96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F9635909-FFF1-9AF8-39CE-B6A31ED383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CB1BD6DD-BB86-D930-3362-2ECC3B1A2E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2EA512-FBC7-6A53-B6F1-07E332DE1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52FABD-93CB-E09F-3E2A-5C7F7711840B}"/>
              </a:ext>
            </a:extLst>
          </p:cNvPr>
          <p:cNvCxnSpPr>
            <a:cxnSpLocks/>
          </p:cNvCxnSpPr>
          <p:nvPr/>
        </p:nvCxnSpPr>
        <p:spPr>
          <a:xfrm flipV="1">
            <a:off x="6797827" y="3321698"/>
            <a:ext cx="0" cy="689929"/>
          </a:xfrm>
          <a:prstGeom prst="straightConnector1">
            <a:avLst/>
          </a:prstGeom>
          <a:ln w="38100">
            <a:solidFill>
              <a:srgbClr val="CCFF99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7D13F-6A6D-4EA1-FED3-BFDB338CDF4D}"/>
              </a:ext>
            </a:extLst>
          </p:cNvPr>
          <p:cNvCxnSpPr>
            <a:cxnSpLocks/>
          </p:cNvCxnSpPr>
          <p:nvPr/>
        </p:nvCxnSpPr>
        <p:spPr>
          <a:xfrm>
            <a:off x="6114662" y="4011627"/>
            <a:ext cx="139648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493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FE60B-DCED-C7FC-4361-6382D23E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878378-B84A-9F84-8FEA-A6BB46843406}"/>
              </a:ext>
            </a:extLst>
          </p:cNvPr>
          <p:cNvGrpSpPr/>
          <p:nvPr/>
        </p:nvGrpSpPr>
        <p:grpSpPr>
          <a:xfrm>
            <a:off x="4933388" y="-765111"/>
            <a:ext cx="6228572" cy="12457144"/>
            <a:chOff x="2128157" y="571500"/>
            <a:chExt cx="2857500" cy="5715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8DCE66-6FAD-5F81-1DE8-01C393718153}"/>
                </a:ext>
              </a:extLst>
            </p:cNvPr>
            <p:cNvGrpSpPr/>
            <p:nvPr/>
          </p:nvGrpSpPr>
          <p:grpSpPr>
            <a:xfrm>
              <a:off x="2128157" y="571500"/>
              <a:ext cx="2857500" cy="5715000"/>
              <a:chOff x="4667250" y="571500"/>
              <a:chExt cx="2857500" cy="5715000"/>
            </a:xfrm>
          </p:grpSpPr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CAD56CC5-2D0F-F1E7-F411-0EC76BA49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923B4AB2-AAD6-DF71-2423-9002778951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50" y="571500"/>
                <a:ext cx="2857500" cy="5715000"/>
              </a:xfrm>
              <a:prstGeom prst="rect">
                <a:avLst/>
              </a:prstGeom>
            </p:spPr>
          </p:pic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9A7DE89-6CE6-B682-7347-4FDF5DD34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28157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7A4DD2-11FA-73DF-98AE-67F0B6E85853}"/>
              </a:ext>
            </a:extLst>
          </p:cNvPr>
          <p:cNvGrpSpPr/>
          <p:nvPr/>
        </p:nvGrpSpPr>
        <p:grpSpPr>
          <a:xfrm>
            <a:off x="990040" y="-765111"/>
            <a:ext cx="6228572" cy="12457144"/>
            <a:chOff x="4667250" y="571500"/>
            <a:chExt cx="2857500" cy="571500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5994E0A-FCCB-AE4B-726B-B7E9EB3E1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A2DBED-EB45-B5C0-2707-1D95AAE29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F5A06A-4706-1053-F4B6-B2E58D0523F1}"/>
              </a:ext>
            </a:extLst>
          </p:cNvPr>
          <p:cNvCxnSpPr>
            <a:cxnSpLocks/>
          </p:cNvCxnSpPr>
          <p:nvPr/>
        </p:nvCxnSpPr>
        <p:spPr>
          <a:xfrm flipH="1">
            <a:off x="4096139" y="1660849"/>
            <a:ext cx="1511559" cy="2192694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4BD7A7-D2AA-58CA-5CE7-558D1CDBC691}"/>
              </a:ext>
            </a:extLst>
          </p:cNvPr>
          <p:cNvCxnSpPr>
            <a:cxnSpLocks/>
          </p:cNvCxnSpPr>
          <p:nvPr/>
        </p:nvCxnSpPr>
        <p:spPr>
          <a:xfrm flipH="1">
            <a:off x="8014996" y="2099388"/>
            <a:ext cx="1343608" cy="1912239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764D79-85A2-7563-B6B8-254BC951F2A0}"/>
              </a:ext>
            </a:extLst>
          </p:cNvPr>
          <p:cNvCxnSpPr>
            <a:cxnSpLocks/>
          </p:cNvCxnSpPr>
          <p:nvPr/>
        </p:nvCxnSpPr>
        <p:spPr>
          <a:xfrm>
            <a:off x="3284376" y="3849897"/>
            <a:ext cx="164901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74C3CF-AC99-1654-2465-D542B6F528B8}"/>
              </a:ext>
            </a:extLst>
          </p:cNvPr>
          <p:cNvCxnSpPr>
            <a:cxnSpLocks/>
          </p:cNvCxnSpPr>
          <p:nvPr/>
        </p:nvCxnSpPr>
        <p:spPr>
          <a:xfrm>
            <a:off x="7355633" y="4011627"/>
            <a:ext cx="139648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031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607A-9D31-2756-6037-63974A6F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048C5F2-8BC1-87E5-A7C2-83E27F7DF0F4}"/>
              </a:ext>
            </a:extLst>
          </p:cNvPr>
          <p:cNvGrpSpPr/>
          <p:nvPr/>
        </p:nvGrpSpPr>
        <p:grpSpPr>
          <a:xfrm>
            <a:off x="981853" y="-765111"/>
            <a:ext cx="6228572" cy="12457144"/>
            <a:chOff x="4667250" y="571500"/>
            <a:chExt cx="2857500" cy="5715000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3EC750D-1B4C-A670-8D45-D43E0C58B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AE127C2-E96A-C53B-04FA-79C8104B8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DF85E73-B9AC-F919-563A-3AD24007E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65BE31-D27B-9EB7-3940-256937105FD4}"/>
              </a:ext>
            </a:extLst>
          </p:cNvPr>
          <p:cNvGrpSpPr/>
          <p:nvPr/>
        </p:nvGrpSpPr>
        <p:grpSpPr>
          <a:xfrm>
            <a:off x="4926564" y="-765111"/>
            <a:ext cx="6228572" cy="12457144"/>
            <a:chOff x="4667250" y="571500"/>
            <a:chExt cx="2857500" cy="571500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039DD0A-1A0D-1F6A-4971-3094CC172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4AA0B40-241C-DA5B-6C7C-893E2BDA4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FD5C667E-59F9-BA03-30DE-81ADD2E1B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7250" y="571500"/>
              <a:ext cx="2857500" cy="57150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E007C2-616C-DEB4-160A-204919743CE3}"/>
              </a:ext>
            </a:extLst>
          </p:cNvPr>
          <p:cNvCxnSpPr>
            <a:cxnSpLocks/>
          </p:cNvCxnSpPr>
          <p:nvPr/>
        </p:nvCxnSpPr>
        <p:spPr>
          <a:xfrm flipH="1">
            <a:off x="4096139" y="1660849"/>
            <a:ext cx="1511559" cy="2192694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96EA7B-A19F-C2C1-AD9B-FB3D2338C99D}"/>
              </a:ext>
            </a:extLst>
          </p:cNvPr>
          <p:cNvCxnSpPr>
            <a:cxnSpLocks/>
          </p:cNvCxnSpPr>
          <p:nvPr/>
        </p:nvCxnSpPr>
        <p:spPr>
          <a:xfrm flipH="1">
            <a:off x="8014996" y="2099388"/>
            <a:ext cx="1343608" cy="1912239"/>
          </a:xfrm>
          <a:prstGeom prst="straightConnector1">
            <a:avLst/>
          </a:prstGeom>
          <a:ln w="38100">
            <a:solidFill>
              <a:srgbClr val="CCFF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A02954-9E18-C31A-630C-E11EA6FA52E9}"/>
              </a:ext>
            </a:extLst>
          </p:cNvPr>
          <p:cNvCxnSpPr>
            <a:cxnSpLocks/>
          </p:cNvCxnSpPr>
          <p:nvPr/>
        </p:nvCxnSpPr>
        <p:spPr>
          <a:xfrm>
            <a:off x="3284376" y="3849897"/>
            <a:ext cx="1649012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CAE87D-F33A-EFEE-8E96-1BF142EAC05A}"/>
              </a:ext>
            </a:extLst>
          </p:cNvPr>
          <p:cNvCxnSpPr>
            <a:cxnSpLocks/>
          </p:cNvCxnSpPr>
          <p:nvPr/>
        </p:nvCxnSpPr>
        <p:spPr>
          <a:xfrm>
            <a:off x="7355633" y="4011627"/>
            <a:ext cx="1396481" cy="0"/>
          </a:xfrm>
          <a:prstGeom prst="straightConnector1">
            <a:avLst/>
          </a:prstGeom>
          <a:ln w="38100">
            <a:solidFill>
              <a:srgbClr val="FF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946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15</Words>
  <Application>Microsoft Office PowerPoint</Application>
  <PresentationFormat>Widescreen</PresentationFormat>
  <Paragraphs>5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 Zoller</dc:creator>
  <cp:lastModifiedBy>Ren Zoller</cp:lastModifiedBy>
  <cp:revision>187</cp:revision>
  <dcterms:created xsi:type="dcterms:W3CDTF">2025-12-28T16:09:03Z</dcterms:created>
  <dcterms:modified xsi:type="dcterms:W3CDTF">2026-01-17T12:59:07Z</dcterms:modified>
</cp:coreProperties>
</file>